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f84177de16490a" /><Relationship Type="http://schemas.openxmlformats.org/officeDocument/2006/relationships/extended-properties" Target="/docProps/app.xml" Id="Re183cfff4822456a" /><Relationship Type="http://schemas.openxmlformats.org/officeDocument/2006/relationships/officeDocument" Target="/ppt/presentation.xml" Id="R56b1569823864af0" /></Relationships>
</file>

<file path=ppt/presentation.xml><?xml version="1.0" encoding="utf-8"?>
<p:presentation xmlns:p="http://schemas.openxmlformats.org/presentationml/2006/main">
  <p:sldMasterIdLst>
    <p:sldMasterId xmlns:r="http://schemas.openxmlformats.org/officeDocument/2006/relationships" id="2147483648" r:id="R4e7b005b20284d6d"/>
  </p:sldMasterIdLst>
  <p:notesMasterIdLst>
    <p:notesMasterId xmlns:r="http://schemas.openxmlformats.org/officeDocument/2006/relationships" r:id="Rc5b9d845a02e4dbf"/>
  </p:notesMasterIdLst>
  <p:sldIdLst>
    <p:sldId xmlns:r="http://schemas.openxmlformats.org/officeDocument/2006/relationships" id="256" r:id="R90a18a8a11c543ac"/>
    <p:sldId xmlns:r="http://schemas.openxmlformats.org/officeDocument/2006/relationships" id="257" r:id="Ra5b88e331ba24921"/>
    <p:sldId xmlns:r="http://schemas.openxmlformats.org/officeDocument/2006/relationships" id="258" r:id="R3a1fc36ce6ed41c2"/>
    <p:sldId xmlns:r="http://schemas.openxmlformats.org/officeDocument/2006/relationships" id="259" r:id="R71debb8492cf4bfd"/>
    <p:sldId xmlns:r="http://schemas.openxmlformats.org/officeDocument/2006/relationships" id="260" r:id="Rabfc114cea4b45c4"/>
    <p:sldId xmlns:r="http://schemas.openxmlformats.org/officeDocument/2006/relationships" id="261" r:id="Rf405f56922c549ca"/>
    <p:sldId xmlns:r="http://schemas.openxmlformats.org/officeDocument/2006/relationships" id="262" r:id="Rf72f5dc4c8e745d0"/>
    <p:sldId xmlns:r="http://schemas.openxmlformats.org/officeDocument/2006/relationships" id="263" r:id="Rf7ae7011ef3848f1"/>
    <p:sldId xmlns:r="http://schemas.openxmlformats.org/officeDocument/2006/relationships" id="264" r:id="R32b8417e2c6f4e72"/>
    <p:sldId xmlns:r="http://schemas.openxmlformats.org/officeDocument/2006/relationships" id="265" r:id="R8abd93f971944100"/>
    <p:sldId xmlns:r="http://schemas.openxmlformats.org/officeDocument/2006/relationships" id="266" r:id="R14c746a840b54fd2"/>
    <p:sldId xmlns:r="http://schemas.openxmlformats.org/officeDocument/2006/relationships" id="267" r:id="R79c86adb69c044eb"/>
    <p:sldId xmlns:r="http://schemas.openxmlformats.org/officeDocument/2006/relationships" id="268" r:id="Re06abfd4d6f24f06"/>
    <p:sldId xmlns:r="http://schemas.openxmlformats.org/officeDocument/2006/relationships" id="269" r:id="Re844bb4c891d4a07"/>
    <p:sldId xmlns:r="http://schemas.openxmlformats.org/officeDocument/2006/relationships" id="270" r:id="R4b3cd56092bf4679"/>
  </p:sldIdLst>
  <p:sldSz cx="12192000" cy="914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765c56137c43b5" /><Relationship Type="http://schemas.openxmlformats.org/officeDocument/2006/relationships/slideMaster" Target="/ppt/slideMasters/slideMaster1.xml" Id="R4e7b005b20284d6d" /><Relationship Type="http://schemas.openxmlformats.org/officeDocument/2006/relationships/notesMaster" Target="/ppt/notesMasters/notesMaster1.xml" Id="Rc5b9d845a02e4dbf" /><Relationship Type="http://schemas.openxmlformats.org/officeDocument/2006/relationships/presProps" Target="/ppt/presProps.xml" Id="R3464fcbd765149f0" /><Relationship Type="http://schemas.openxmlformats.org/officeDocument/2006/relationships/tableStyles" Target="/ppt/tableStyles.xml" Id="R86a96a3734804f35" /><Relationship Type="http://schemas.openxmlformats.org/officeDocument/2006/relationships/slide" Target="/ppt/slides/slide1.xml" Id="R90a18a8a11c543ac" /><Relationship Type="http://schemas.openxmlformats.org/officeDocument/2006/relationships/slide" Target="/ppt/slides/slide2.xml" Id="Ra5b88e331ba24921" /><Relationship Type="http://schemas.openxmlformats.org/officeDocument/2006/relationships/slide" Target="/ppt/slides/slide3.xml" Id="R3a1fc36ce6ed41c2" /><Relationship Type="http://schemas.openxmlformats.org/officeDocument/2006/relationships/slide" Target="/ppt/slides/slide4.xml" Id="R71debb8492cf4bfd" /><Relationship Type="http://schemas.openxmlformats.org/officeDocument/2006/relationships/slide" Target="/ppt/slides/slide5.xml" Id="Rabfc114cea4b45c4" /><Relationship Type="http://schemas.openxmlformats.org/officeDocument/2006/relationships/slide" Target="/ppt/slides/slide6.xml" Id="Rf405f56922c549ca" /><Relationship Type="http://schemas.openxmlformats.org/officeDocument/2006/relationships/slide" Target="/ppt/slides/slide7.xml" Id="Rf72f5dc4c8e745d0" /><Relationship Type="http://schemas.openxmlformats.org/officeDocument/2006/relationships/slide" Target="/ppt/slides/slide8.xml" Id="Rf7ae7011ef3848f1" /><Relationship Type="http://schemas.openxmlformats.org/officeDocument/2006/relationships/slide" Target="/ppt/slides/slide9.xml" Id="R32b8417e2c6f4e72" /><Relationship Type="http://schemas.openxmlformats.org/officeDocument/2006/relationships/slide" Target="/ppt/slides/slide10.xml" Id="R8abd93f971944100" /><Relationship Type="http://schemas.openxmlformats.org/officeDocument/2006/relationships/slide" Target="/ppt/slides/slide11.xml" Id="R14c746a840b54fd2" /><Relationship Type="http://schemas.openxmlformats.org/officeDocument/2006/relationships/slide" Target="/ppt/slides/slide12.xml" Id="R79c86adb69c044eb" /><Relationship Type="http://schemas.openxmlformats.org/officeDocument/2006/relationships/slide" Target="/ppt/slides/slide13.xml" Id="Re06abfd4d6f24f06" /><Relationship Type="http://schemas.openxmlformats.org/officeDocument/2006/relationships/slide" Target="/ppt/slides/slide14.xml" Id="Re844bb4c891d4a07" /><Relationship Type="http://schemas.openxmlformats.org/officeDocument/2006/relationships/slide" Target="/ppt/slides/slide15.xml" Id="R4b3cd56092bf46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c063318b144d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64b19657d4c12" /><Relationship Type="http://schemas.openxmlformats.org/officeDocument/2006/relationships/notesMaster" Target="/ppt/notesMasters/notesMaster1.xml" Id="R73de33139eeb43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83c2123467404a" /><Relationship Type="http://schemas.openxmlformats.org/officeDocument/2006/relationships/notesMaster" Target="/ppt/notesMasters/notesMaster1.xml" Id="R8b3776cb8e8241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ec40d2b234f8f" /><Relationship Type="http://schemas.openxmlformats.org/officeDocument/2006/relationships/notesMaster" Target="/ppt/notesMasters/notesMaster1.xml" Id="R0cbc8742cba642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c5ce2c773e41ce" /><Relationship Type="http://schemas.openxmlformats.org/officeDocument/2006/relationships/notesMaster" Target="/ppt/notesMasters/notesMaster1.xml" Id="R871f7fe79fbc40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4cc0a0f1e84099" /><Relationship Type="http://schemas.openxmlformats.org/officeDocument/2006/relationships/notesMaster" Target="/ppt/notesMasters/notesMaster1.xml" Id="R370f71b0a78741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7f5a140b8c42c2" /><Relationship Type="http://schemas.openxmlformats.org/officeDocument/2006/relationships/notesMaster" Target="/ppt/notesMasters/notesMaster1.xml" Id="R2545912618db40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3681ee2aa84ffb" /><Relationship Type="http://schemas.openxmlformats.org/officeDocument/2006/relationships/notesMaster" Target="/ppt/notesMasters/notesMaster1.xml" Id="R5f3216f16d8f4d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375d388c774d5b" /><Relationship Type="http://schemas.openxmlformats.org/officeDocument/2006/relationships/notesMaster" Target="/ppt/notesMasters/notesMaster1.xml" Id="R78bb72362d2642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b51b8d7bce4b45" /><Relationship Type="http://schemas.openxmlformats.org/officeDocument/2006/relationships/notesMaster" Target="/ppt/notesMasters/notesMaster1.xml" Id="R02add6c4bd674d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8d2a93ab474efe" /><Relationship Type="http://schemas.openxmlformats.org/officeDocument/2006/relationships/notesMaster" Target="/ppt/notesMasters/notesMaster1.xml" Id="Raf3a6fb0104140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d44c5c0e4a4fe3" /><Relationship Type="http://schemas.openxmlformats.org/officeDocument/2006/relationships/notesMaster" Target="/ppt/notesMasters/notesMaster1.xml" Id="R043c44398c1244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76df9d64194583" /><Relationship Type="http://schemas.openxmlformats.org/officeDocument/2006/relationships/notesMaster" Target="/ppt/notesMasters/notesMaster1.xml" Id="Rb915fd9c6e5a4c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6b7e8e30bc497d" /><Relationship Type="http://schemas.openxmlformats.org/officeDocument/2006/relationships/notesMaster" Target="/ppt/notesMasters/notesMaster1.xml" Id="Rb22cb8c75c6647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25ac9c4165470f" /><Relationship Type="http://schemas.openxmlformats.org/officeDocument/2006/relationships/notesMaster" Target="/ppt/notesMasters/notesMaster1.xml" Id="R6af3c09f4c9548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eda8e67a914409" /><Relationship Type="http://schemas.openxmlformats.org/officeDocument/2006/relationships/notesMaster" Target="/ppt/notesMasters/notesMaster1.xml" Id="R8093613eb35e46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BUSINESS CONTEXT CHI TIẾT</a:t>
            </a:r>
          </a:p>
          <a:p xmlns:a="http://schemas.openxmlformats.org/drawingml/2006/main">
            <a:r>
              <a:t>Product Catalog</a:t>
            </a:r>
          </a:p>
          <a:p xmlns:a="http://schemas.openxmlformats.org/drawingml/2006/main">
            <a:r>
              <a:t>Guest và Customer duyệt danh mục máy tính, linh kiện; tìm theo tên, danh mục và khoảng giá, kết hợp sắp xếp để chọn sản phẩm. Từ hai ký tự trở lên, hệ thống có thể gợi ý tối đa năm kết quả. Trang chi tiết hiển thị tên, CPU, RAM, VGA, SSD, mô tả, giá và tình trạng tồn. Admin cập nhật dữ liệu sản phẩm trên WinForms; website sử dụng dữ liệu chung qua Web API.</a:t>
            </a:r>
          </a:p>
          <a:p xmlns:a="http://schemas.openxmlformats.org/drawingml/2006/main">
            <a:r>
              <a:t/>
            </a:r>
          </a:p>
          <a:p xmlns:a="http://schemas.openxmlformats.org/drawingml/2006/main">
            <a:r>
              <a:t>Shopping Cart and Checkout</a:t>
            </a:r>
          </a:p>
          <a:p xmlns:a="http://schemas.openxmlformats.org/drawingml/2006/main">
            <a:r>
              <a:t>Khách mua thêm sản phẩm vào giỏ, xem các dòng hàng, chỉnh số lượng hoặc bỏ sản phẩm trước khi đặt. Giỏ là trạng thái mua tạm, chưa làm giảm tồn. Khách nhập họ tên, điện thoại mười chữ số và địa chỉ nhận, sau đó xác nhận COD. API đọc lại giá và tồn từ CSDL, tạo Orders và OrderDetails đồng thời trừ kho trong một transaction. Chỉ sau khi ghi thành công, khách nhận mã đơn và giỏ được xóa. Guest có thể mua không gắn UserId; Customer có lịch sử gắn tài khoản.</a:t>
            </a:r>
          </a:p>
          <a:p xmlns:a="http://schemas.openxmlformats.org/drawingml/2006/main">
            <a:r>
              <a:t/>
            </a:r>
          </a:p>
          <a:p xmlns:a="http://schemas.openxmlformats.org/drawingml/2006/main">
            <a:r>
              <a:t>Order Processing</a:t>
            </a:r>
          </a:p>
          <a:p xmlns:a="http://schemas.openxmlformats.org/drawingml/2006/main">
            <a:r>
              <a:t>Customer xem tình trạng và lịch sử đơn của mình. Admin tiếp nhận đơn từ website và chuyển theo thứ tự Chờ xử lý, Đã duyệt, Đang giao, Hoàn thành. Chính sách thống nhất đề xuất chỉ cho hủy ở Chờ xử lý hoặc Đã duyệt. Khi chủ đơn hoặc Admin xác nhận hủy, hệ thống cập nhật Đã hủy và hoàn từng dòng trong cùng giao dịch. Gửi hủy lại không được cộng kho thêm. Đã hủy và Hoàn thành là trạng thái kết thúc; hủy và chuyển giao đồng thời phải kiểm tra phiên bản dữ liệu.</a:t>
            </a:r>
          </a:p>
          <a:p xmlns:a="http://schemas.openxmlformats.org/drawingml/2006/main">
            <a:r>
              <a:t/>
            </a:r>
          </a:p>
          <a:p xmlns:a="http://schemas.openxmlformats.org/drawingml/2006/main">
            <a:r>
              <a:t>Inventory</a:t>
            </a:r>
          </a:p>
          <a:p xmlns:a="http://schemas.openxmlformats.org/drawingml/2006/main">
            <a:r>
              <a:t>Admin thêm, sửa, xóa máy tính và cập nhật số lượng tồn; các giá trị giá bán, tồn kho phải không âm. Sản phẩm đã có trong OrderDetails không được xóa để giữ lịch sử. Khi đặt hàng thành công, UC015 trừ số lượng tương ứng; khi hủy hợp lệ, UC016 cộng trả đúng số lượng. Hai hành vi này thuộc xử lý nội bộ của hệ thống. Duyệt hoặc hoàn thành đơn không trừ kho lần thứ hai. Việc bán sản phẩm cuối phải kiểm soát đồng thời để không âm kho.</a:t>
            </a:r>
          </a:p>
          <a:p xmlns:a="http://schemas.openxmlformats.org/drawingml/2006/main">
            <a:r>
              <a:t/>
            </a:r>
          </a:p>
          <a:p xmlns:a="http://schemas.openxmlformats.org/drawingml/2006/main">
            <a:r>
              <a:t>Access Control</a:t>
            </a:r>
          </a:p>
          <a:p xmlns:a="http://schemas.openxmlformats.org/drawingml/2006/main">
            <a:r>
              <a:t>Guest có thể xem và mua nhưng chưa có quyền xem lịch sử theo tài khoản. Guest đăng ký thành Customer; API gán vai trò mặc định Customer, không nhận quyền Admin do client tự gửi. Customer đăng nhập, đổi mật khẩu sau xác minh mật khẩu hiện tại và chỉ truy cập đơn của mình. Admin đăng nhập Desktop để quản lý người dùng, quyền và dữ liệu cửa hàng. API xác minh quyền cho từng yêu cầu; mật khẩu lưu ở dạng băm trên server, không trả trong danh sách tài khoản.</a:t>
            </a:r>
          </a:p>
          <a:p xmlns:a="http://schemas.openxmlformats.org/drawingml/2006/main">
            <a:r>
              <a:t/>
            </a:r>
          </a:p>
          <a:p xmlns:a="http://schemas.openxmlformats.org/drawingml/2006/main">
            <a:r>
              <a:t>Reporting and Help</a:t>
            </a:r>
          </a:p>
          <a:p xmlns:a="http://schemas.openxmlformats.org/drawingml/2006/main">
            <a:r>
              <a:t>Admin chọn kỳ và xem thống kê đơn, doanh thu cùng cảnh báo sản phẩm sắp hết. Định nghĩa đề xuất tách doanh thu thực nhận của đơn Hoàn thành theo CompletedAt khỏi giá trị đơn chưa hủy; các nhãn báo cáo phải phản ánh đúng cách tính. Hướng dẫn sử dụng phục vụ cả Guest và Customer, trình bày cách tìm máy, dùng giỏ, đặt COD, xem đơn và điều kiện hủy. Tài liệu trợ giúp đưa người dùng đến đúng màn hình nhưng không cấp thêm quyền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Conceptual Model tổ chức theo miền nghiệp vụ giống file mẫu, không phải ERD. Stock là tồn kho theo sản phẩm, không mở rộng nghiệp vụ quản lý nhiều kho. Các đối tượng lặp là tham chiếu cùng khái niệm. Cart và CartItem là trạng thái trước tạo đơn. Reporting là mô hình đọc đề xuất, không yêu cầu bảng RevenueReport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UC_DTBM_004 Tìm kiếm máy tính</a:t>
            </a:r>
          </a:p>
          <a:p xmlns:a="http://schemas.openxmlformats.org/drawingml/2006/main">
            <a:r>
              <a:t>Mục tiêu: Tìm các sản phẩm phù hợp với nhu cầu và khả năng chi trả.</a:t>
            </a:r>
          </a:p>
          <a:p xmlns:a="http://schemas.openxmlformats.org/drawingml/2006/main">
            <a:r>
              <a:t>Tác nhân: Guest, Customer</a:t>
            </a:r>
          </a:p>
          <a:p xmlns:a="http://schemas.openxmlformats.org/drawingml/2006/main">
            <a:r>
              <a:t>Kích hoạt: Gõ từ khóa hoặc áp dụng bộ lọc trên trang danh mục.</a:t>
            </a:r>
          </a:p>
          <a:p xmlns:a="http://schemas.openxmlformats.org/drawingml/2006/main">
            <a:r>
              <a:t>Tiền điều kiện:</a:t>
            </a:r>
          </a:p>
          <a:p xmlns:a="http://schemas.openxmlformats.org/drawingml/2006/main">
            <a:r>
              <a:t>1. Danh mục sản phẩm có thể truy vấn qua API.</a:t>
            </a:r>
          </a:p>
          <a:p xmlns:a="http://schemas.openxmlformats.org/drawingml/2006/main">
            <a:r>
              <a:t>Luồng chính:</a:t>
            </a:r>
          </a:p>
          <a:p xmlns:a="http://schemas.openxmlformats.org/drawingml/2006/main">
            <a:r>
              <a:t>1. Trang hiển thị danh sách sản phẩm và điều khiển từ khóa, danh mục, giá, sắp xếp.</a:t>
            </a:r>
          </a:p>
          <a:p xmlns:a="http://schemas.openxmlformats.org/drawingml/2006/main">
            <a:r>
              <a:t>2. Khách nhập từ khóa; từ 2 ký tự, hệ thống gọi gợi ý tối đa 5 kết quả.</a:t>
            </a:r>
          </a:p>
          <a:p xmlns:a="http://schemas.openxmlformats.org/drawingml/2006/main">
            <a:r>
              <a:t>3. Khách chọn bộ lọc rồi áp dụng tìm kiếm.</a:t>
            </a:r>
          </a:p>
          <a:p xmlns:a="http://schemas.openxmlformats.org/drawingml/2006/main">
            <a:r>
              <a:t>4. API kiểm tra khoảng giá, kết hợp các tiêu chí và thực hiện truy vấn.</a:t>
            </a:r>
          </a:p>
          <a:p xmlns:a="http://schemas.openxmlformats.org/drawingml/2006/main">
            <a:r>
              <a:t>5. Kết quả hiển thị tên, giá, thông tin tóm tắt và trạng thái tồn; khách chọn một dòng để mở UC013.</a:t>
            </a:r>
          </a:p>
          <a:p xmlns:a="http://schemas.openxmlformats.org/drawingml/2006/main">
            <a:r>
              <a:t>Ngoại lệ:</a:t>
            </a:r>
          </a:p>
          <a:p xmlns:a="http://schemas.openxmlformats.org/drawingml/2006/main">
            <a:r>
              <a:t>A1 Không có kết quả: Hiện Không tìm thấy sản phẩm phù hợp và giữ bộ lọc để sửa.</a:t>
            </a:r>
          </a:p>
          <a:p xmlns:a="http://schemas.openxmlformats.org/drawingml/2006/main">
            <a:r>
              <a:t>A2 Giá không hợp lệ: Giá phải không âm, giá thấp nhất không lớn hơn cao nhất; không thực hiện bộ lọc sai.</a:t>
            </a:r>
          </a:p>
          <a:p xmlns:a="http://schemas.openxmlformats.org/drawingml/2006/main">
            <a:r>
              <a:t>A3 Gợi ý hoặc API lỗi: Ẩn gợi ý cũ không còn phù hợp, thông báo khi truy vấn chính thất bại và cho thử lại.</a:t>
            </a:r>
          </a:p>
          <a:p xmlns:a="http://schemas.openxmlformats.org/drawingml/2006/main">
            <a:r>
              <a:t>Hậu điều kiện:</a:t>
            </a:r>
          </a:p>
          <a:p xmlns:a="http://schemas.openxmlformats.org/drawingml/2006/main">
            <a:r>
              <a:t>Danh sách kết quả thỏa đồng thời các tiêu chí đang áp dụng.</a:t>
            </a:r>
          </a:p>
          <a:p xmlns:a="http://schemas.openxmlformats.org/drawingml/2006/main">
            <a:r>
              <a:t>Không thay đổi giá, tồn hoặc đơn hàng.</a:t>
            </a:r>
          </a:p>
          <a:p xmlns:a="http://schemas.openxmlformats.org/drawingml/2006/main">
            <a:r>
              <a:t>Quy tắc:</a:t>
            </a:r>
          </a:p>
          <a:p xmlns:a="http://schemas.openxmlformats.org/drawingml/2006/main">
            <a:r>
              <a:t>Hỗ trợ không phân biệt hoa thường, tiếng Việt có dấu/không dấu theo yêu cầu nhóm.</a:t>
            </a:r>
          </a:p>
          <a:p xmlns:a="http://schemas.openxmlformats.org/drawingml/2006/main">
            <a:r>
              <a:t>Gợi ý tối đa 5 kết quả, không thay thế kết quả tìm kiếm đầy đủ.</a:t>
            </a:r>
          </a:p>
          <a:p xmlns:a="http://schemas.openxmlformats.org/drawingml/2006/main">
            <a:r>
              <a:t>Khi kết hợp lọc và sắp xếp, cả hai đều có hiệu lực.</a:t>
            </a:r>
          </a:p>
          <a:p xmlns:a="http://schemas.openxmlformats.org/drawingml/2006/main">
            <a:r>
              <a:t/>
            </a:r>
          </a:p>
          <a:p xmlns:a="http://schemas.openxmlformats.org/drawingml/2006/main">
            <a:r>
              <a:t>UC_DTBM_013 Chi tiết máy tính</a:t>
            </a:r>
          </a:p>
          <a:p xmlns:a="http://schemas.openxmlformats.org/drawingml/2006/main">
            <a:r>
              <a:t>Mục tiêu: Cung cấp đủ thông tin để khách quyết định mua.</a:t>
            </a:r>
          </a:p>
          <a:p xmlns:a="http://schemas.openxmlformats.org/drawingml/2006/main">
            <a:r>
              <a:t>Tác nhân: Guest, Customer</a:t>
            </a:r>
          </a:p>
          <a:p xmlns:a="http://schemas.openxmlformats.org/drawingml/2006/main">
            <a:r>
              <a:t>Kích hoạt: Chọn một máy tính trong danh mục hoặc kết quả tìm.</a:t>
            </a:r>
          </a:p>
          <a:p xmlns:a="http://schemas.openxmlformats.org/drawingml/2006/main">
            <a:r>
              <a:t>Tiền điều kiện:</a:t>
            </a:r>
          </a:p>
          <a:p xmlns:a="http://schemas.openxmlformats.org/drawingml/2006/main">
            <a:r>
              <a:t>1. Sản phẩm tồn tại và được phép hiển thị.</a:t>
            </a:r>
          </a:p>
          <a:p xmlns:a="http://schemas.openxmlformats.org/drawingml/2006/main">
            <a:r>
              <a:t>Luồng chính:</a:t>
            </a:r>
          </a:p>
          <a:p xmlns:a="http://schemas.openxmlformats.org/drawingml/2006/main">
            <a:r>
              <a:t>1. API lấy thông tin sản phẩm theo mã.</a:t>
            </a:r>
          </a:p>
          <a:p xmlns:a="http://schemas.openxmlformats.org/drawingml/2006/main">
            <a:r>
              <a:t>2. Hiển thị ảnh, tên, danh mục, mô tả và CPU, RAM, VGA, SSD.</a:t>
            </a:r>
          </a:p>
          <a:p xmlns:a="http://schemas.openxmlformats.org/drawingml/2006/main">
            <a:r>
              <a:t>3. Hiển thị giá hiện tại và tình trạng còn/hết hàng.</a:t>
            </a:r>
          </a:p>
          <a:p xmlns:a="http://schemas.openxmlformats.org/drawingml/2006/main">
            <a:r>
              <a:t>4. Khách nhập số lượng và chọn Thêm giỏ nếu sản phẩm còn có thể đặt.</a:t>
            </a:r>
          </a:p>
          <a:p xmlns:a="http://schemas.openxmlformats.org/drawingml/2006/main">
            <a:r>
              <a:t>5. Cập nhật giỏ tạm rồi cho tiếp tục xem máy hoặc mở giỏ.</a:t>
            </a:r>
          </a:p>
          <a:p xmlns:a="http://schemas.openxmlformats.org/drawingml/2006/main">
            <a:r>
              <a:t>Ngoại lệ:</a:t>
            </a:r>
          </a:p>
          <a:p xmlns:a="http://schemas.openxmlformats.org/drawingml/2006/main">
            <a:r>
              <a:t>A1 Không tìm thấy sản phẩm: Thông báo sản phẩm không còn khả dụng và dẫn về danh mục.</a:t>
            </a:r>
          </a:p>
          <a:p xmlns:a="http://schemas.openxmlformats.org/drawingml/2006/main">
            <a:r>
              <a:t>A2 Hết hàng hoặc số lượng sai: Khóa đặt khi hết hàng; số lượng phải nguyên dương, báo lỗi để sửa.</a:t>
            </a:r>
          </a:p>
          <a:p xmlns:a="http://schemas.openxmlformats.org/drawingml/2006/main">
            <a:r>
              <a:t>A3 Ảnh hoặc dữ liệu tải lỗi: Có nội dung thay thế ảnh; lỗi lấy sản phẩm phải hiển thị rõ, không dùng giá bịa.</a:t>
            </a:r>
          </a:p>
          <a:p xmlns:a="http://schemas.openxmlformats.org/drawingml/2006/main">
            <a:r>
              <a:t>Hậu điều kiện:</a:t>
            </a:r>
          </a:p>
          <a:p xmlns:a="http://schemas.openxmlformats.org/drawingml/2006/main">
            <a:r>
              <a:t>Khách thấy thông tin sản phẩm và có thể thêm vào giỏ hợp lệ.</a:t>
            </a:r>
          </a:p>
          <a:p xmlns:a="http://schemas.openxmlformats.org/drawingml/2006/main">
            <a:r>
              <a:t>Thêm giỏ chưa tạo Orders và chưa trừ kho.</a:t>
            </a:r>
          </a:p>
          <a:p xmlns:a="http://schemas.openxmlformats.org/drawingml/2006/main">
            <a:r>
              <a:t>Quy tắc:</a:t>
            </a:r>
          </a:p>
          <a:p xmlns:a="http://schemas.openxmlformats.org/drawingml/2006/main">
            <a:r>
              <a:t>Tồn hiển thị là tại thời điểm xem; phải kiểm tra lại khi đặt.</a:t>
            </a:r>
          </a:p>
          <a:p xmlns:a="http://schemas.openxmlformats.org/drawingml/2006/main">
            <a:r>
              <a:t>Thông tin chi tiết không tự bổ sung chấm sao, khuyến mãi hoặc đánh giá khi chưa có đặc tả.</a:t>
            </a:r>
          </a:p>
          <a:p xmlns:a="http://schemas.openxmlformats.org/drawingml/2006/main">
            <a:r>
              <a:t/>
            </a:r>
          </a:p>
          <a:p xmlns:a="http://schemas.openxmlformats.org/drawingml/2006/main">
            <a:r>
              <a:t>UC_DTBM_012 Quản lý máy tính</a:t>
            </a:r>
          </a:p>
          <a:p xmlns:a="http://schemas.openxmlformats.org/drawingml/2006/main">
            <a:r>
              <a:t>Mục tiêu: Duy trì danh mục, giá, cấu hình và số lượng hàng sẵn bán.</a:t>
            </a:r>
          </a:p>
          <a:p xmlns:a="http://schemas.openxmlformats.org/drawingml/2006/main">
            <a:r>
              <a:t>Tác nhân: Admin</a:t>
            </a:r>
          </a:p>
          <a:p xmlns:a="http://schemas.openxmlformats.org/drawingml/2006/main">
            <a:r>
              <a:t>Kích hoạt: Admin chọn Quản lý máy tính trên Desktop.</a:t>
            </a:r>
          </a:p>
          <a:p xmlns:a="http://schemas.openxmlformats.org/drawingml/2006/main">
            <a:r>
              <a:t>Tiền điều kiện:</a:t>
            </a:r>
          </a:p>
          <a:p xmlns:a="http://schemas.openxmlformats.org/drawingml/2006/main">
            <a:r>
              <a:t>1. Đã xác thực quyền Admin.</a:t>
            </a:r>
          </a:p>
          <a:p xmlns:a="http://schemas.openxmlformats.org/drawingml/2006/main">
            <a:r>
              <a:t>2. Danh mục tham chiếu tồn tại khi lưu sản phẩm.</a:t>
            </a:r>
          </a:p>
          <a:p xmlns:a="http://schemas.openxmlformats.org/drawingml/2006/main">
            <a:r>
              <a:t>Luồng chính:</a:t>
            </a:r>
          </a:p>
          <a:p xmlns:a="http://schemas.openxmlformats.org/drawingml/2006/main">
            <a:r>
              <a:t>1. Tải danh sách sản phẩm vào DataGridView.</a:t>
            </a:r>
          </a:p>
          <a:p xmlns:a="http://schemas.openxmlformats.org/drawingml/2006/main">
            <a:r>
              <a:t>2. Admin chọn thêm, sửa, xóa hoặc cập nhật tồn; chọn dòng hiện có nếu thao tác cần một sản phẩm.</a:t>
            </a:r>
          </a:p>
          <a:p xmlns:a="http://schemas.openxmlformats.org/drawingml/2006/main">
            <a:r>
              <a:t>3. Nhập tên, danh mục, giá, tồn và các dữ liệu cấu hình/ảnh liên quan.</a:t>
            </a:r>
          </a:p>
          <a:p xmlns:a="http://schemas.openxmlformats.org/drawingml/2006/main">
            <a:r>
              <a:t>4. API kiểm tra bắt buộc, kiểu số, giá trị không âm và ràng buộc khóa ngoại.</a:t>
            </a:r>
          </a:p>
          <a:p xmlns:a="http://schemas.openxmlformats.org/drawingml/2006/main">
            <a:r>
              <a:t>5. Nếu xóa, kiểm tra sản phẩm chưa xuất hiện trong chi tiết đơn.</a:t>
            </a:r>
          </a:p>
          <a:p xmlns:a="http://schemas.openxmlformats.org/drawingml/2006/main">
            <a:r>
              <a:t>6. Ghi thay đổi, trả kết quả và tải lại bảng cùng dữ liệu tồn mới nhất.</a:t>
            </a:r>
          </a:p>
          <a:p xmlns:a="http://schemas.openxmlformats.org/drawingml/2006/main">
            <a:r>
              <a:t>Ngoại lệ:</a:t>
            </a:r>
          </a:p>
          <a:p xmlns:a="http://schemas.openxmlformats.org/drawingml/2006/main">
            <a:r>
              <a:t>A1 Tên trống, giá/tồn âm hoặc sai kiểu: Không lưu, báo lỗi ngay trường tương ứng và focus lỗi đầu tiên.</a:t>
            </a:r>
          </a:p>
          <a:p xmlns:a="http://schemas.openxmlformats.org/drawingml/2006/main">
            <a:r>
              <a:t>A2 Sản phẩm đã có trong đơn: Từ chối xóa để bảo vệ lịch sử.</a:t>
            </a:r>
          </a:p>
          <a:p xmlns:a="http://schemas.openxmlformats.org/drawingml/2006/main">
            <a:r>
              <a:t>A3 Bán hàng và sửa tồn đồng thời: Đề xuất kiểm tra rowversion, tải lại dữ liệu nếu bản ghi đã đổi; không ghi đè tồn vừa bán.</a:t>
            </a:r>
          </a:p>
          <a:p xmlns:a="http://schemas.openxmlformats.org/drawingml/2006/main">
            <a:r>
              <a:t>A4 Không chọn dòng hoặc hủy thao tác: Yêu cầu chọn sản phẩm; hủy không lưu dữ liệu đang sửa.</a:t>
            </a:r>
          </a:p>
          <a:p xmlns:a="http://schemas.openxmlformats.org/drawingml/2006/main">
            <a:r>
              <a:t>Hậu điều kiện:</a:t>
            </a:r>
          </a:p>
          <a:p xmlns:a="http://schemas.openxmlformats.org/drawingml/2006/main">
            <a:r>
              <a:t>Sản phẩm được thêm/cập nhật/xóa hợp lệ; tồn không âm.</a:t>
            </a:r>
          </a:p>
          <a:p xmlns:a="http://schemas.openxmlformats.org/drawingml/2006/main">
            <a:r>
              <a:t>Các đơn cũ vẫn giữ giá và sản phẩm đã tham chiếu.</a:t>
            </a:r>
          </a:p>
          <a:p xmlns:a="http://schemas.openxmlformats.org/drawingml/2006/main">
            <a:r>
              <a:t>Quy tắc:</a:t>
            </a:r>
          </a:p>
          <a:p xmlns:a="http://schemas.openxmlformats.org/drawingml/2006/main">
            <a:r>
              <a:t>UC012.1 Thêm, UC012.2 Sửa, UC012.3 Xóa, UC012.4 Cập nhật tồn là phân rã chức năng, không thêm bốn UC chính vào danh mục 16 UC.</a:t>
            </a:r>
          </a:p>
          <a:p xmlns:a="http://schemas.openxmlformats.org/drawingml/2006/main">
            <a:r>
              <a:t>Thay đổi giá danh mục không thay OrderDetails.UnitPrice của đơn đã đặt.</a:t>
            </a:r>
          </a:p>
          <a:p xmlns:a="http://schemas.openxmlformats.org/drawingml/2006/main">
            <a:r>
              <a:t>Sửa tồn trực tiếp là phạm vi mẫu hiện có, không suy diễn đã có nghiệp vụ nhập hàng/nhà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UC_DTBM_005 Đặt máy tính</a:t>
            </a:r>
          </a:p>
          <a:p xmlns:a="http://schemas.openxmlformats.org/drawingml/2006/main">
            <a:r>
              <a:t>Mục tiêu: Ghi nhận yêu cầu mua hàng với người nhận, giá lúc mua và số lượng hợp lệ.</a:t>
            </a:r>
          </a:p>
          <a:p xmlns:a="http://schemas.openxmlformats.org/drawingml/2006/main">
            <a:r>
              <a:t>Tác nhân: Guest, Customer</a:t>
            </a:r>
          </a:p>
          <a:p xmlns:a="http://schemas.openxmlformats.org/drawingml/2006/main">
            <a:r>
              <a:t>Kích hoạt: Khách xác nhận Đặt hàng ngay từ giỏ hoặc màn hình xác nhận.</a:t>
            </a:r>
          </a:p>
          <a:p xmlns:a="http://schemas.openxmlformats.org/drawingml/2006/main">
            <a:r>
              <a:t>Tiền điều kiện:</a:t>
            </a:r>
          </a:p>
          <a:p xmlns:a="http://schemas.openxmlformats.org/drawingml/2006/main">
            <a:r>
              <a:t>1. Giỏ có ít nhất một sản phẩm, số lượng nguyên dương.</a:t>
            </a:r>
          </a:p>
          <a:p xmlns:a="http://schemas.openxmlformats.org/drawingml/2006/main">
            <a:r>
              <a:t>2. Có họ tên, điện thoại 10 chữ số và địa chỉ nhận.</a:t>
            </a:r>
          </a:p>
          <a:p xmlns:a="http://schemas.openxmlformats.org/drawingml/2006/main">
            <a:r>
              <a:t>3. Customer có thể đăng nhập; Guest được mua không gắn UserId.</a:t>
            </a:r>
          </a:p>
          <a:p xmlns:a="http://schemas.openxmlformats.org/drawingml/2006/main">
            <a:r>
              <a:t>Luồng chính:</a:t>
            </a:r>
          </a:p>
          <a:p xmlns:a="http://schemas.openxmlformats.org/drawingml/2006/main">
            <a:r>
              <a:t>1. Hiển thị giỏ, các dòng hàng, thông tin nhận và phương thức COD làm luồng cơ sở.</a:t>
            </a:r>
          </a:p>
          <a:p xmlns:a="http://schemas.openxmlformats.org/drawingml/2006/main">
            <a:r>
              <a:t>2. Khách rà soát, sửa số lượng hoặc thông tin nhận rồi nhấn xác nhận.</a:t>
            </a:r>
          </a:p>
          <a:p xmlns:a="http://schemas.openxmlformats.org/drawingml/2006/main">
            <a:r>
              <a:t>3. API kiểm tra dữ liệu, gộp dòng trùng sản phẩm và đọc lại giá từ CSDL.</a:t>
            </a:r>
          </a:p>
          <a:p xmlns:a="http://schemas.openxmlformats.org/drawingml/2006/main">
            <a:r>
              <a:t>4. Mở transaction; gọi UC015 để kiểm tra và trừ tồn kho từng dòng.</a:t>
            </a:r>
          </a:p>
          <a:p xmlns:a="http://schemas.openxmlformats.org/drawingml/2006/main">
            <a:r>
              <a:t>5. Ghi Orders và OrderDetails với giá tại thời điểm mua; gắn UserId nếu có phiên Customer.</a:t>
            </a:r>
          </a:p>
          <a:p xmlns:a="http://schemas.openxmlformats.org/drawingml/2006/main">
            <a:r>
              <a:t>6. Commit khi mọi thao tác thành công, trả mã đơn và trạng thái Chờ xử lý.</a:t>
            </a:r>
          </a:p>
          <a:p xmlns:a="http://schemas.openxmlformats.org/drawingml/2006/main">
            <a:r>
              <a:t>7. Giao diện chỉ xóa giỏ sau khi xác nhận kết quả thành công, rồi hiển thị mã đơn.</a:t>
            </a:r>
          </a:p>
          <a:p xmlns:a="http://schemas.openxmlformats.org/drawingml/2006/main">
            <a:r>
              <a:t>Ngoại lệ:</a:t>
            </a:r>
          </a:p>
          <a:p xmlns:a="http://schemas.openxmlformats.org/drawingml/2006/main">
            <a:r>
              <a:t>A1 Giỏ rỗng hoặc người nhận sai: Từ chối và chỉ rõ trường cần sửa; giữ các dữ liệu đã nhập hợp lệ.</a:t>
            </a:r>
          </a:p>
          <a:p xmlns:a="http://schemas.openxmlformats.org/drawingml/2006/main">
            <a:r>
              <a:t>A2 Một dòng thiếu kho: Rollback toàn bộ đơn và thay đổi tồn; thông báo sản phẩm thiếu và giữ giỏ.</a:t>
            </a:r>
          </a:p>
          <a:p xmlns:a="http://schemas.openxmlformats.org/drawingml/2006/main">
            <a:r>
              <a:t>A3 Lỗi ghi hoặc mất kết nối: Lỗi ghi thì rollback. Khi chưa rõ kết quả do timeout, tra cứu lại bằng khóa yêu cầu, không tạo thêm đơn mù quáng.</a:t>
            </a:r>
          </a:p>
          <a:p xmlns:a="http://schemas.openxmlformats.org/drawingml/2006/main">
            <a:r>
              <a:t>A4 Gửi lại cùng yêu cầu: Với RequestKey hợp lệ gắn cùng phiên mua, trả kết quả cũ thay vì tạo đơn và trừ kho lần nữa.</a:t>
            </a:r>
          </a:p>
          <a:p xmlns:a="http://schemas.openxmlformats.org/drawingml/2006/main">
            <a:r>
              <a:t>Hậu điều kiện:</a:t>
            </a:r>
          </a:p>
          <a:p xmlns:a="http://schemas.openxmlformats.org/drawingml/2006/main">
            <a:r>
              <a:t>Thành công: có mã đơn, ít nhất một OrderDetail và tồn giảm đúng số lượng.</a:t>
            </a:r>
          </a:p>
          <a:p xmlns:a="http://schemas.openxmlformats.org/drawingml/2006/main">
            <a:r>
              <a:t>Thất bại: không có đơn dở dang, không trừ kho một phần, giỏ chưa bị xóa.</a:t>
            </a:r>
          </a:p>
          <a:p xmlns:a="http://schemas.openxmlformats.org/drawingml/2006/main">
            <a:r>
              <a:t>Quy tắc:</a:t>
            </a:r>
          </a:p>
          <a:p xmlns:a="http://schemas.openxmlformats.org/drawingml/2006/main">
            <a:r>
              <a:t>UC005 «include» UC015, cùng một transaction.</a:t>
            </a:r>
          </a:p>
          <a:p xmlns:a="http://schemas.openxmlformats.org/drawingml/2006/main">
            <a:r>
              <a:t>Tổng tiền và giá từng dòng do server tính, không tin giá client gửi.</a:t>
            </a:r>
          </a:p>
          <a:p xmlns:a="http://schemas.openxmlformats.org/drawingml/2006/main">
            <a:r>
              <a:t>RequestKey chống lặp là thiết kế bổ sung, phải gắn phiên mua và nội dung yêu cầu để không lộ đơn khác.</a:t>
            </a:r>
          </a:p>
          <a:p xmlns:a="http://schemas.openxmlformats.org/drawingml/2006/main">
            <a:r>
              <a:t>Không bổ sung thanh toán thẻ hoặc cổng thanh toán thật khi chưa có đặc tả.</a:t>
            </a:r>
          </a:p>
          <a:p xmlns:a="http://schemas.openxmlformats.org/drawingml/2006/main">
            <a:r>
              <a:t/>
            </a:r>
          </a:p>
          <a:p xmlns:a="http://schemas.openxmlformats.org/drawingml/2006/main">
            <a:r>
              <a:t>UC_DTBM_015 Trừ tồn kho tự động</a:t>
            </a:r>
          </a:p>
          <a:p xmlns:a="http://schemas.openxmlformats.org/drawingml/2006/main">
            <a:r>
              <a:t>Mục tiêu: Giảm đúng lượng hàng khi tạo đơn và không cho bán vượt kho.</a:t>
            </a:r>
          </a:p>
          <a:p xmlns:a="http://schemas.openxmlformats.org/drawingml/2006/main">
            <a:r>
              <a:t>Tác nhân: Hành vi nội bộ của UC005</a:t>
            </a:r>
          </a:p>
          <a:p xmlns:a="http://schemas.openxmlformats.org/drawingml/2006/main">
            <a:r>
              <a:t>Kích hoạt: UC005 bắt đầu ghi một giỏ hàng đã hợp lệ.</a:t>
            </a:r>
          </a:p>
          <a:p xmlns:a="http://schemas.openxmlformats.org/drawingml/2006/main">
            <a:r>
              <a:t>Tiền điều kiện:</a:t>
            </a:r>
          </a:p>
          <a:p xmlns:a="http://schemas.openxmlformats.org/drawingml/2006/main">
            <a:r>
              <a:t>1. Đang ở transaction đặt hàng.</a:t>
            </a:r>
          </a:p>
          <a:p xmlns:a="http://schemas.openxmlformats.org/drawingml/2006/main">
            <a:r>
              <a:t>2. Các dòng đã gộp theo sản phẩm, số lượng nguyên dương.</a:t>
            </a:r>
          </a:p>
          <a:p xmlns:a="http://schemas.openxmlformats.org/drawingml/2006/main">
            <a:r>
              <a:t>Luồng chính:</a:t>
            </a:r>
          </a:p>
          <a:p xmlns:a="http://schemas.openxmlformats.org/drawingml/2006/main">
            <a:r>
              <a:t>1. Đọc sản phẩm và số lượng đặt từ dữ liệu đã được API kiểm tra.</a:t>
            </a:r>
          </a:p>
          <a:p xmlns:a="http://schemas.openxmlformats.org/drawingml/2006/main">
            <a:r>
              <a:t>2. Xử lý các sản phẩm theo thứ tự ổn định để giảm xung đột khóa.</a:t>
            </a:r>
          </a:p>
          <a:p xmlns:a="http://schemas.openxmlformats.org/drawingml/2006/main">
            <a:r>
              <a:t>3. Thực hiện trừ có điều kiện StockQuantity &gt;= Quantity hoặc cơ chế đồng thời tương đương.</a:t>
            </a:r>
          </a:p>
          <a:p xmlns:a="http://schemas.openxmlformats.org/drawingml/2006/main">
            <a:r>
              <a:t>4. Kiểm tra từng dòng đã cập nhật đúng một bản ghi.</a:t>
            </a:r>
          </a:p>
          <a:p xmlns:a="http://schemas.openxmlformats.org/drawingml/2006/main">
            <a:r>
              <a:t>5. Trả thành công cho UC005 để cùng ghi đơn và commit.</a:t>
            </a:r>
          </a:p>
          <a:p xmlns:a="http://schemas.openxmlformats.org/drawingml/2006/main">
            <a:r>
              <a:t>Ngoại lệ:</a:t>
            </a:r>
          </a:p>
          <a:p xmlns:a="http://schemas.openxmlformats.org/drawingml/2006/main">
            <a:r>
              <a:t>A1 Một dòng không đủ kho: Báo lỗi, rollback cả các dòng trước và đơn trong giao dịch.</a:t>
            </a:r>
          </a:p>
          <a:p xmlns:a="http://schemas.openxmlformats.org/drawingml/2006/main">
            <a:r>
              <a:t>A2 Xung đột đồng thời hoặc lỗi CSDL: Không chấp nhận tồn âm; rollback và trả lỗi phù hợp cho UC005.</a:t>
            </a:r>
          </a:p>
          <a:p xmlns:a="http://schemas.openxmlformats.org/drawingml/2006/main">
            <a:r>
              <a:t>Hậu điều kiện:</a:t>
            </a:r>
          </a:p>
          <a:p xmlns:a="http://schemas.openxmlformats.org/drawingml/2006/main">
            <a:r>
              <a:t>Nếu UC005 commit: tồn giảm chính xác số lượng đặt.</a:t>
            </a:r>
          </a:p>
          <a:p xmlns:a="http://schemas.openxmlformats.org/drawingml/2006/main">
            <a:r>
              <a:t>Nếu UC005 thất bại: không có phần trừ tồn riêng lẻ được giữ lại.</a:t>
            </a:r>
          </a:p>
          <a:p xmlns:a="http://schemas.openxmlformats.org/drawingml/2006/main">
            <a:r>
              <a:t>Quy tắc:</a:t>
            </a:r>
          </a:p>
          <a:p xmlns:a="http://schemas.openxmlformats.org/drawingml/2006/main">
            <a:r>
              <a:t>UC015 không phải tác nhân ngoài và không cần màn hình thao tác riêng.</a:t>
            </a:r>
          </a:p>
          <a:p xmlns:a="http://schemas.openxmlformats.org/drawingml/2006/main">
            <a:r>
              <a:t>Transaction phải kết hợp kiểm soát đồng thời, không chỉ đọc tồn rồi ghi giá trị mới.</a:t>
            </a:r>
          </a:p>
          <a:p xmlns:a="http://schemas.openxmlformats.org/drawingml/2006/main">
            <a:r>
              <a:t>Duyệt đơn hoặc gửi lại cùng yêu cầu không kích hoạt trừ kho lần hai.</a:t>
            </a:r>
          </a:p>
          <a:p xmlns:a="http://schemas.openxmlformats.org/drawingml/2006/main">
            <a:r>
              <a:t/>
            </a:r>
          </a:p>
          <a:p xmlns:a="http://schemas.openxmlformats.org/drawingml/2006/main">
            <a:r>
              <a:t>US04 Là Guest hoặc Customer, tôi muốn thêm, sửa số lượng và bỏ sản phẩm trong giỏ để chuẩn bị danh sách hàng cần mua.</a:t>
            </a:r>
          </a:p>
          <a:p xmlns:a="http://schemas.openxmlformats.org/drawingml/2006/main">
            <a:r>
              <a:t>Use case: 5, 13</a:t>
            </a:r>
          </a:p>
          <a:p xmlns:a="http://schemas.openxmlformats.org/drawingml/2006/main">
            <a:r>
              <a:t>Khi thêm sản phẩm từ danh sách hoặc trang chi tiết, giỏ cập nhật dòng hàng và tổng tạm tính; thao tác này chưa trừ tồn kho.</a:t>
            </a:r>
          </a:p>
          <a:p xmlns:a="http://schemas.openxmlformats.org/drawingml/2006/main">
            <a:r>
              <a:t>Khi đổi số lượng thành một số nguyên dương hợp lệ hoặc bỏ sản phẩm, tổng giỏ được tính lại.</a:t>
            </a:r>
          </a:p>
          <a:p xmlns:a="http://schemas.openxmlformats.org/drawingml/2006/main">
            <a:r>
              <a:t>Khi giỏ không còn sản phẩm, hệ thống hiển thị giỏ rỗng và không cho xác nhận đặt hàng.</a:t>
            </a:r>
          </a:p>
          <a:p xmlns:a="http://schemas.openxmlformats.org/drawingml/2006/main">
            <a:r>
              <a:t/>
            </a:r>
          </a:p>
          <a:p xmlns:a="http://schemas.openxmlformats.org/drawingml/2006/main">
            <a:r>
              <a:t>US05 Là Guest hoặc Customer, tôi muốn nhập thông tin nhận hàng và chọn COD để cửa hàng giao hàng đúng người nhận.</a:t>
            </a:r>
          </a:p>
          <a:p xmlns:a="http://schemas.openxmlformats.org/drawingml/2006/main">
            <a:r>
              <a:t>Use case: 5</a:t>
            </a:r>
          </a:p>
          <a:p xmlns:a="http://schemas.openxmlformats.org/drawingml/2006/main">
            <a:r>
              <a:t>Khi đặt hàng, tôi phải cung cấp họ tên, số điện thoại mười chữ số và địa chỉ nhận hàng.</a:t>
            </a:r>
          </a:p>
          <a:p xmlns:a="http://schemas.openxmlformats.org/drawingml/2006/main">
            <a:r>
              <a:t>Khi thông tin thiếu hoặc sai định dạng, hệ thống chỉ rõ trường cần sửa và không tạo đơn.</a:t>
            </a:r>
          </a:p>
          <a:p xmlns:a="http://schemas.openxmlformats.org/drawingml/2006/main">
            <a:r>
              <a:t>Khi thông tin hợp lệ, tôi được xem lại người nhận, các dòng hàng, tổng tiền và phương thức COD trước khi xác nhận.</a:t>
            </a:r>
          </a:p>
          <a:p xmlns:a="http://schemas.openxmlformats.org/drawingml/2006/main">
            <a:r>
              <a:t/>
            </a:r>
          </a:p>
          <a:p xmlns:a="http://schemas.openxmlformats.org/drawingml/2006/main">
            <a:r>
              <a:t>US06 Là Guest hoặc Customer, tôi muốn xác nhận đặt hàng và nhận mã đơn để biết giao dịch mua đã được ghi nhận.</a:t>
            </a:r>
          </a:p>
          <a:p xmlns:a="http://schemas.openxmlformats.org/drawingml/2006/main">
            <a:r>
              <a:t>Use case: 5, 15</a:t>
            </a:r>
          </a:p>
          <a:p xmlns:a="http://schemas.openxmlformats.org/drawingml/2006/main">
            <a:r>
              <a:t>Khi xác nhận giỏ hợp lệ và còn đủ hàng, hệ thống tạo đơn Chờ xử lý, lưu đơn giá lúc mua và giảm tồn tương ứng.</a:t>
            </a:r>
          </a:p>
          <a:p xmlns:a="http://schemas.openxmlformats.org/drawingml/2006/main">
            <a:r>
              <a:t>Khi giá hoặc số lượng khả dụng đã thay đổi, hệ thống kiểm tra lại và thông báo trước khi chấp nhận đơn.</a:t>
            </a:r>
          </a:p>
          <a:p xmlns:a="http://schemas.openxmlformats.org/drawingml/2006/main">
            <a:r>
              <a:t>Khi bất kỳ bước lưu đơn hoặc cập nhật kho thất bại, đơn không được tạo dở dang, tồn không đổi và giỏ vẫn được giữ.</a:t>
            </a:r>
          </a:p>
          <a:p xmlns:a="http://schemas.openxmlformats.org/drawingml/2006/main">
            <a:r>
              <a:t/>
            </a:r>
          </a:p>
          <a:p xmlns:a="http://schemas.openxmlformats.org/drawingml/2006/main">
            <a:r>
              <a:t>US07 Là Guest, tôi muốn đặt hàng mà không cần tạo tài khoản để hoàn tất mua bằng thông tin người nhận.</a:t>
            </a:r>
          </a:p>
          <a:p xmlns:a="http://schemas.openxmlformats.org/drawingml/2006/main">
            <a:r>
              <a:t>Use case: 5, 15</a:t>
            </a:r>
          </a:p>
          <a:p xmlns:a="http://schemas.openxmlformats.org/drawingml/2006/main">
            <a:r>
              <a:t>Khi chưa đăng nhập, tôi vẫn có thể dùng giỏ, nhập thông tin người nhận và đặt COD.</a:t>
            </a:r>
          </a:p>
          <a:p xmlns:a="http://schemas.openxmlformats.org/drawingml/2006/main">
            <a:r>
              <a:t>Khi đơn được ghi thành công, hệ thống hiển thị mã đơn và thông tin xác nhận mà không bắt đăng ký.</a:t>
            </a:r>
          </a:p>
          <a:p xmlns:a="http://schemas.openxmlformats.org/drawingml/2006/main">
            <a:r>
              <a:t>Khi đơn của Guest được lưu, hệ thống không tự gán đơn cho tài khoản khác hoặc cấp quyền xem lịch sử tài khoản.</a:t>
            </a:r>
          </a:p>
          <a:p xmlns:a="http://schemas.openxmlformats.org/drawingml/2006/main">
            <a:r>
              <a:t/>
            </a:r>
          </a:p>
          <a:p xmlns:a="http://schemas.openxmlformats.org/drawingml/2006/main">
            <a:r>
              <a:t>US22 Là Guest hoặc Customer, tôi muốn nhận một kết quả đặt hàng chính xác khi gửi lại để tránh đơn trùng và mua vượt số hàng còn lại.</a:t>
            </a:r>
          </a:p>
          <a:p xmlns:a="http://schemas.openxmlformats.org/drawingml/2006/main">
            <a:r>
              <a:t>Use case: 5, 15</a:t>
            </a:r>
          </a:p>
          <a:p xmlns:a="http://schemas.openxmlformats.org/drawingml/2006/main">
            <a:r>
              <a:t>Khi gửi lại cùng một lần xác nhận đặt hàng, hệ thống trả lại kết quả đã ghi nhận và không tạo đơn hoặc trừ kho thêm.</a:t>
            </a:r>
          </a:p>
          <a:p xmlns:a="http://schemas.openxmlformats.org/drawingml/2006/main">
            <a:r>
              <a:t>Khi hai người cùng mua sản phẩm cuối cùng, tối đa một đơn được chấp nhận; người còn lại được thông báo hết hàng.</a:t>
            </a:r>
          </a:p>
          <a:p xmlns:a="http://schemas.openxmlformats.org/drawingml/2006/main">
            <a:r>
              <a:t>Khi lưu đơn gặp lỗi, hệ thống không để tồn âm hoặc giữ lại một phần chi tiết đơn.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UC_DTBM_003 Xem tình trạng đơn hàng</a:t>
            </a:r>
          </a:p>
          <a:p xmlns:a="http://schemas.openxmlformats.org/drawingml/2006/main">
            <a:r>
              <a:t>Mục tiêu: Theo dõi thông tin và tiến độ xử lý của đơn thuộc tài khoản.</a:t>
            </a:r>
          </a:p>
          <a:p xmlns:a="http://schemas.openxmlformats.org/drawingml/2006/main">
            <a:r>
              <a:t>Tác nhân: Customer</a:t>
            </a:r>
          </a:p>
          <a:p xmlns:a="http://schemas.openxmlformats.org/drawingml/2006/main">
            <a:r>
              <a:t>Kích hoạt: Mở Đơn của tôi hoặc chọn một mã đơn trong danh sách.</a:t>
            </a:r>
          </a:p>
          <a:p xmlns:a="http://schemas.openxmlformats.org/drawingml/2006/main">
            <a:r>
              <a:t>Tiền điều kiện:</a:t>
            </a:r>
          </a:p>
          <a:p xmlns:a="http://schemas.openxmlformats.org/drawingml/2006/main">
            <a:r>
              <a:t>1. Customer đã đăng nhập.</a:t>
            </a:r>
          </a:p>
          <a:p xmlns:a="http://schemas.openxmlformats.org/drawingml/2006/main">
            <a:r>
              <a:t>2. Đơn cần xem thuộc UserId của tài khoản hiện tại.</a:t>
            </a:r>
          </a:p>
          <a:p xmlns:a="http://schemas.openxmlformats.org/drawingml/2006/main">
            <a:r>
              <a:t>Luồng chính:</a:t>
            </a:r>
          </a:p>
          <a:p xmlns:a="http://schemas.openxmlformats.org/drawingml/2006/main">
            <a:r>
              <a:t>1. API nhận yêu cầu với danh tính lấy từ phiên.</a:t>
            </a:r>
          </a:p>
          <a:p xmlns:a="http://schemas.openxmlformats.org/drawingml/2006/main">
            <a:r>
              <a:t>2. Truy vấn đơn thuộc tài khoản và trả mã, ngày đặt, tổng tiền cùng trạng thái hiện tại.</a:t>
            </a:r>
          </a:p>
          <a:p xmlns:a="http://schemas.openxmlformats.org/drawingml/2006/main">
            <a:r>
              <a:t>3. Khách chọn một đơn; hệ thống hiển thị người nhận và từng dòng sản phẩm.</a:t>
            </a:r>
          </a:p>
          <a:p xmlns:a="http://schemas.openxmlformats.org/drawingml/2006/main">
            <a:r>
              <a:t>4. Hiển thị nút Hủy nếu đơn còn đủ điều kiện; thao tác hủy chuyển sang UC006.</a:t>
            </a:r>
          </a:p>
          <a:p xmlns:a="http://schemas.openxmlformats.org/drawingml/2006/main">
            <a:r>
              <a:t>5. Khách làm mới hoặc quay về danh sách.</a:t>
            </a:r>
          </a:p>
          <a:p xmlns:a="http://schemas.openxmlformats.org/drawingml/2006/main">
            <a:r>
              <a:t>Ngoại lệ:</a:t>
            </a:r>
          </a:p>
          <a:p xmlns:a="http://schemas.openxmlformats.org/drawingml/2006/main">
            <a:r>
              <a:t>A1 Chưa có đơn: Hiển thị Chưa có đơn hàng và liên kết quay lại mua sắm.</a:t>
            </a:r>
          </a:p>
          <a:p xmlns:a="http://schemas.openxmlformats.org/drawingml/2006/main">
            <a:r>
              <a:t>A2 Đơn không tồn tại hoặc không thuộc khách: Từ chối truy cập, không trả thông tin người nhận hoặc dòng hàng.</a:t>
            </a:r>
          </a:p>
          <a:p xmlns:a="http://schemas.openxmlformats.org/drawingml/2006/main">
            <a:r>
              <a:t>A3 Lỗi tải dữ liệu: Hiện thông báo và nút thử lại; không suy diễn trạng thái đơn.</a:t>
            </a:r>
          </a:p>
          <a:p xmlns:a="http://schemas.openxmlformats.org/drawingml/2006/main">
            <a:r>
              <a:t>Hậu điều kiện:</a:t>
            </a:r>
          </a:p>
          <a:p xmlns:a="http://schemas.openxmlformats.org/drawingml/2006/main">
            <a:r>
              <a:t>Khách thấy trạng thái mới nhất mà API trả về.</a:t>
            </a:r>
          </a:p>
          <a:p xmlns:a="http://schemas.openxmlformats.org/drawingml/2006/main">
            <a:r>
              <a:t>Không thay đổi đơn hoặc tồn kho chỉ bằng thao tác xem.</a:t>
            </a:r>
          </a:p>
          <a:p xmlns:a="http://schemas.openxmlformats.org/drawingml/2006/main">
            <a:r>
              <a:t>Quy tắc:</a:t>
            </a:r>
          </a:p>
          <a:p xmlns:a="http://schemas.openxmlformats.org/drawingml/2006/main">
            <a:r>
              <a:t>Không dùng UserId do client tự khai báo để cấp quyền xem.</a:t>
            </a:r>
          </a:p>
          <a:p xmlns:a="http://schemas.openxmlformats.org/drawingml/2006/main">
            <a:r>
              <a:t>Các trạng thái có nhãn chữ, màu chỉ hỗ trợ nhận diện.</a:t>
            </a:r>
          </a:p>
          <a:p xmlns:a="http://schemas.openxmlformats.org/drawingml/2006/main">
            <a:r>
              <a:t>Guest chưa có cơ chế tra cứu theo tài khoản; không mở xem đơn chỉ bằng đoán mã đơn.</a:t>
            </a:r>
          </a:p>
          <a:p xmlns:a="http://schemas.openxmlformats.org/drawingml/2006/main">
            <a:r>
              <a:t/>
            </a:r>
          </a:p>
          <a:p xmlns:a="http://schemas.openxmlformats.org/drawingml/2006/main">
            <a:r>
              <a:t>UC_DTBM_008 Xem lịch sử mua hàng</a:t>
            </a:r>
          </a:p>
          <a:p xmlns:a="http://schemas.openxmlformats.org/drawingml/2006/main">
            <a:r>
              <a:t>Mục tiêu: Tra cứu các đơn đã đặt và thông tin giao dịch trước đó.</a:t>
            </a:r>
          </a:p>
          <a:p xmlns:a="http://schemas.openxmlformats.org/drawingml/2006/main">
            <a:r>
              <a:t>Tác nhân: Customer</a:t>
            </a:r>
          </a:p>
          <a:p xmlns:a="http://schemas.openxmlformats.org/drawingml/2006/main">
            <a:r>
              <a:t>Kích hoạt: Chọn Lịch sử mua hàng trong Đơn của tôi.</a:t>
            </a:r>
          </a:p>
          <a:p xmlns:a="http://schemas.openxmlformats.org/drawingml/2006/main">
            <a:r>
              <a:t>Tiền điều kiện:</a:t>
            </a:r>
          </a:p>
          <a:p xmlns:a="http://schemas.openxmlformats.org/drawingml/2006/main">
            <a:r>
              <a:t>1. Customer đã đăng nhập.</a:t>
            </a:r>
          </a:p>
          <a:p xmlns:a="http://schemas.openxmlformats.org/drawingml/2006/main">
            <a:r>
              <a:t>Luồng chính:</a:t>
            </a:r>
          </a:p>
          <a:p xmlns:a="http://schemas.openxmlformats.org/drawingml/2006/main">
            <a:r>
              <a:t>1. API lấy UserId từ phiên và nạp danh sách đơn thuộc tài khoản.</a:t>
            </a:r>
          </a:p>
          <a:p xmlns:a="http://schemas.openxmlformats.org/drawingml/2006/main">
            <a:r>
              <a:t>2. Hiển thị mã, thời gian đặt, tổng tiền và trạng thái từng đơn.</a:t>
            </a:r>
          </a:p>
          <a:p xmlns:a="http://schemas.openxmlformats.org/drawingml/2006/main">
            <a:r>
              <a:t>3. Khách dùng bộ lọc thời gian hoặc trạng thái nếu có, rồi mở một đơn.</a:t>
            </a:r>
          </a:p>
          <a:p xmlns:a="http://schemas.openxmlformats.org/drawingml/2006/main">
            <a:r>
              <a:t>4. Hệ thống trả chi tiết sản phẩm, số lượng và đơn giá lúc mua.</a:t>
            </a:r>
          </a:p>
          <a:p xmlns:a="http://schemas.openxmlformats.org/drawingml/2006/main">
            <a:r>
              <a:t>5. Khách quay lại danh sách hoặc chuyển UC003 để theo dõi trạng thái hiện tại.</a:t>
            </a:r>
          </a:p>
          <a:p xmlns:a="http://schemas.openxmlformats.org/drawingml/2006/main">
            <a:r>
              <a:t>Ngoại lệ:</a:t>
            </a:r>
          </a:p>
          <a:p xmlns:a="http://schemas.openxmlformats.org/drawingml/2006/main">
            <a:r>
              <a:t>A1 Chưa có lịch sử: Hiển thị trạng thái rỗng có liên kết mua sắm.</a:t>
            </a:r>
          </a:p>
          <a:p xmlns:a="http://schemas.openxmlformats.org/drawingml/2006/main">
            <a:r>
              <a:t>A2 Khoảng ngày sai: Yêu cầu sửa khoảng ngày, không hiển thị kết quả bộ lọc sai.</a:t>
            </a:r>
          </a:p>
          <a:p xmlns:a="http://schemas.openxmlformats.org/drawingml/2006/main">
            <a:r>
              <a:t>A3 Truy cập đơn khác hoặc hết phiên: Từ chối xem dữ liệu hoặc yêu cầu đăng nhập lại.</a:t>
            </a:r>
          </a:p>
          <a:p xmlns:a="http://schemas.openxmlformats.org/drawingml/2006/main">
            <a:r>
              <a:t>Hậu điều kiện:</a:t>
            </a:r>
          </a:p>
          <a:p xmlns:a="http://schemas.openxmlformats.org/drawingml/2006/main">
            <a:r>
              <a:t>Chỉ đơn đúng tài khoản được hiển thị.</a:t>
            </a:r>
          </a:p>
          <a:p xmlns:a="http://schemas.openxmlformats.org/drawingml/2006/main">
            <a:r>
              <a:t>Không thay đổi lịch sử khi giá sản phẩm hoặc hồ sơ người nhận hiện tại đổi.</a:t>
            </a:r>
          </a:p>
          <a:p xmlns:a="http://schemas.openxmlformats.org/drawingml/2006/main">
            <a:r>
              <a:t>Quy tắc:</a:t>
            </a:r>
          </a:p>
          <a:p xmlns:a="http://schemas.openxmlformats.org/drawingml/2006/main">
            <a:r>
              <a:t>Lịch sử gồm cả đơn Đã hủy với nhãn rõ ràng.</a:t>
            </a:r>
          </a:p>
          <a:p xmlns:a="http://schemas.openxmlformats.org/drawingml/2006/main">
            <a:r>
              <a:t>Đơn giá lấy từ OrderDetails.UnitPrice, không thay bằng giá hiện tại.</a:t>
            </a:r>
          </a:p>
          <a:p xmlns:a="http://schemas.openxmlformats.org/drawingml/2006/main">
            <a:r>
              <a:t>Bộ lọc/phân trang là thiết kế giao diện bổ sung, không thay đổi quyền truy cập.</a:t>
            </a:r>
          </a:p>
          <a:p xmlns:a="http://schemas.openxmlformats.org/drawingml/2006/main">
            <a:r>
              <a:t/>
            </a:r>
          </a:p>
          <a:p xmlns:a="http://schemas.openxmlformats.org/drawingml/2006/main">
            <a:r>
              <a:t>UC_DTBM_006 Hủy đặt máy tính</a:t>
            </a:r>
          </a:p>
          <a:p xmlns:a="http://schemas.openxmlformats.org/drawingml/2006/main">
            <a:r>
              <a:t>Mục tiêu: Dừng xử lý một đơn đủ điều kiện và hoàn số lượng về kho.</a:t>
            </a:r>
          </a:p>
          <a:p xmlns:a="http://schemas.openxmlformats.org/drawingml/2006/main">
            <a:r>
              <a:t>Tác nhân: Customer sở hữu đơn, Admin</a:t>
            </a:r>
          </a:p>
          <a:p xmlns:a="http://schemas.openxmlformats.org/drawingml/2006/main">
            <a:r>
              <a:t>Kích hoạt: Người dùng chọn Hủy đơn, sau đó xác nhận hộp thoại.</a:t>
            </a:r>
          </a:p>
          <a:p xmlns:a="http://schemas.openxmlformats.org/drawingml/2006/main">
            <a:r>
              <a:t>Tiền điều kiện:</a:t>
            </a:r>
          </a:p>
          <a:p xmlns:a="http://schemas.openxmlformats.org/drawingml/2006/main">
            <a:r>
              <a:t>1. Đã xác thực quyền chủ sở hữu hoặc Admin.</a:t>
            </a:r>
          </a:p>
          <a:p xmlns:a="http://schemas.openxmlformats.org/drawingml/2006/main">
            <a:r>
              <a:t>2. Đơn ở Chờ xử lý hoặc Đã duyệt theo chính sách thống nhất đề xuất.</a:t>
            </a:r>
          </a:p>
          <a:p xmlns:a="http://schemas.openxmlformats.org/drawingml/2006/main">
            <a:r>
              <a:t>Luồng chính:</a:t>
            </a:r>
          </a:p>
          <a:p xmlns:a="http://schemas.openxmlformats.org/drawingml/2006/main">
            <a:r>
              <a:t>1. Hiển thị mã, thông tin tóm tắt và trạng thái hiện tại của đơn.</a:t>
            </a:r>
          </a:p>
          <a:p xmlns:a="http://schemas.openxmlformats.org/drawingml/2006/main">
            <a:r>
              <a:t>2. Người dùng chọn Hủy và xác nhận Có.</a:t>
            </a:r>
          </a:p>
          <a:p xmlns:a="http://schemas.openxmlformats.org/drawingml/2006/main">
            <a:r>
              <a:t>3. API kiểm tra lại quyền và đọc trạng thái/phiên bản mới nhất.</a:t>
            </a:r>
          </a:p>
          <a:p xmlns:a="http://schemas.openxmlformats.org/drawingml/2006/main">
            <a:r>
              <a:t>4. Mở transaction; chuyển có điều kiện sang Đã hủy và gọi UC016 hoàn kho.</a:t>
            </a:r>
          </a:p>
          <a:p xmlns:a="http://schemas.openxmlformats.org/drawingml/2006/main">
            <a:r>
              <a:t>5. Commit rồi trả kết quả hủy thành công; giao diện tải lại trạng thái.</a:t>
            </a:r>
          </a:p>
          <a:p xmlns:a="http://schemas.openxmlformats.org/drawingml/2006/main">
            <a:r>
              <a:t>Ngoại lệ:</a:t>
            </a:r>
          </a:p>
          <a:p xmlns:a="http://schemas.openxmlformats.org/drawingml/2006/main">
            <a:r>
              <a:t>A1 Chọn Không: Đóng hộp thoại, không cập nhật đơn hoặc tồn.</a:t>
            </a:r>
          </a:p>
          <a:p xmlns:a="http://schemas.openxmlformats.org/drawingml/2006/main">
            <a:r>
              <a:t>A2 Đơn Đang giao hoặc Hoàn thành: Từ chối theo chính sách đề xuất, giải thích điều kiện hủy.</a:t>
            </a:r>
          </a:p>
          <a:p xmlns:a="http://schemas.openxmlformats.org/drawingml/2006/main">
            <a:r>
              <a:t>A3 Đơn đã hủy: Trả trạng thái đã hủy; không gọi hoàn kho lần hai.</a:t>
            </a:r>
          </a:p>
          <a:p xmlns:a="http://schemas.openxmlformats.org/drawingml/2006/main">
            <a:r>
              <a:t>A4 Xung đột với duyệt/giao hoặc lỗi ghi: Nếu phiên bản thay đổi, trả xung đột và tải lại; nếu ghi lỗi, rollback cả trạng thái và hoàn kho.</a:t>
            </a:r>
          </a:p>
          <a:p xmlns:a="http://schemas.openxmlformats.org/drawingml/2006/main">
            <a:r>
              <a:t>Hậu điều kiện:</a:t>
            </a:r>
          </a:p>
          <a:p xmlns:a="http://schemas.openxmlformats.org/drawingml/2006/main">
            <a:r>
              <a:t>Thành công: đơn Đã hủy, số lượng hoàn khớp chi tiết và chỉ hoàn một lần.</a:t>
            </a:r>
          </a:p>
          <a:p xmlns:a="http://schemas.openxmlformats.org/drawingml/2006/main">
            <a:r>
              <a:t>Thất bại: trạng thái và tồn kho giữ nhất quán.</a:t>
            </a:r>
          </a:p>
          <a:p xmlns:a="http://schemas.openxmlformats.org/drawingml/2006/main">
            <a:r>
              <a:t>Quy tắc:</a:t>
            </a:r>
          </a:p>
          <a:p xmlns:a="http://schemas.openxmlformats.org/drawingml/2006/main">
            <a:r>
              <a:t>UC006 «include» UC016.</a:t>
            </a:r>
          </a:p>
          <a:p xmlns:a="http://schemas.openxmlformats.org/drawingml/2006/main">
            <a:r>
              <a:t>Đã hủy và Hoàn thành là trạng thái kết thúc, không đổi ngược.</a:t>
            </a:r>
          </a:p>
          <a:p xmlns:a="http://schemas.openxmlformats.org/drawingml/2006/main">
            <a:r>
              <a:t>Tài liệu gốc có diễn đạt chưa thống nhất về hủy; bản này chọn tiền điều kiện hẹp Chờ xử lý/Đã duyệt.</a:t>
            </a:r>
          </a:p>
          <a:p xmlns:a="http://schemas.openxmlformats.org/drawingml/2006/main">
            <a:r>
              <a:t/>
            </a:r>
          </a:p>
          <a:p xmlns:a="http://schemas.openxmlformats.org/drawingml/2006/main">
            <a:r>
              <a:t>UC_DTBM_011 Duyệt đơn hàng</a:t>
            </a:r>
          </a:p>
          <a:p xmlns:a="http://schemas.openxmlformats.org/drawingml/2006/main">
            <a:r>
              <a:t>Mục tiêu: Tiếp nhận đơn và cập nhật tiến độ xử lý theo quy trình cửa hàng.</a:t>
            </a:r>
          </a:p>
          <a:p xmlns:a="http://schemas.openxmlformats.org/drawingml/2006/main">
            <a:r>
              <a:t>Tác nhân: Admin</a:t>
            </a:r>
          </a:p>
          <a:p xmlns:a="http://schemas.openxmlformats.org/drawingml/2006/main">
            <a:r>
              <a:t>Kích hoạt: Admin mở danh sách đơn và chọn một đơn để xử lý.</a:t>
            </a:r>
          </a:p>
          <a:p xmlns:a="http://schemas.openxmlformats.org/drawingml/2006/main">
            <a:r>
              <a:t>Tiền điều kiện:</a:t>
            </a:r>
          </a:p>
          <a:p xmlns:a="http://schemas.openxmlformats.org/drawingml/2006/main">
            <a:r>
              <a:t>1. Đã xác thực quyền Admin.</a:t>
            </a:r>
          </a:p>
          <a:p xmlns:a="http://schemas.openxmlformats.org/drawingml/2006/main">
            <a:r>
              <a:t>2. Đơn tồn tại và chưa ở trạng thái kết thúc.</a:t>
            </a:r>
          </a:p>
          <a:p xmlns:a="http://schemas.openxmlformats.org/drawingml/2006/main">
            <a:r>
              <a:t>Luồng chính:</a:t>
            </a:r>
          </a:p>
          <a:p xmlns:a="http://schemas.openxmlformats.org/drawingml/2006/main">
            <a:r>
              <a:t>1. Tải danh sách đơn, có thể lọc theo mã, ngày hoặc trạng thái.</a:t>
            </a:r>
          </a:p>
          <a:p xmlns:a="http://schemas.openxmlformats.org/drawingml/2006/main">
            <a:r>
              <a:t>2. Admin chọn đơn, xem người nhận và các dòng hàng.</a:t>
            </a:r>
          </a:p>
          <a:p xmlns:a="http://schemas.openxmlformats.org/drawingml/2006/main">
            <a:r>
              <a:t>3. Chọn trạng thái kế tiếp: Chờ xử lý sang Đã duyệt, Đã duyệt sang Đang giao, Đang giao sang Hoàn thành.</a:t>
            </a:r>
          </a:p>
          <a:p xmlns:a="http://schemas.openxmlformats.org/drawingml/2006/main">
            <a:r>
              <a:t>4. API kiểm tra chuyển trạng thái và phiên bản dữ liệu rồi ghi.</a:t>
            </a:r>
          </a:p>
          <a:p xmlns:a="http://schemas.openxmlformats.org/drawingml/2006/main">
            <a:r>
              <a:t>5. Nếu chuyển Hoàn thành, thiết kế đề xuất lưu CompletedAt phục vụ báo cáo.</a:t>
            </a:r>
          </a:p>
          <a:p xmlns:a="http://schemas.openxmlformats.org/drawingml/2006/main">
            <a:r>
              <a:t>6. Thông báo thành công và tải lại danh sách; Customer xem được trạng thái mới.</a:t>
            </a:r>
          </a:p>
          <a:p xmlns:a="http://schemas.openxmlformats.org/drawingml/2006/main">
            <a:r>
              <a:t>Ngoại lệ:</a:t>
            </a:r>
          </a:p>
          <a:p xmlns:a="http://schemas.openxmlformats.org/drawingml/2006/main">
            <a:r>
              <a:t>A1 Chuyển ngược hoặc bỏ bước: Từ chối và hiển thị bước hợp lệ.</a:t>
            </a:r>
          </a:p>
          <a:p xmlns:a="http://schemas.openxmlformats.org/drawingml/2006/main">
            <a:r>
              <a:t>A2 Đơn đã hủy/hoàn thành: Khóa cập nhật trạng thái thông thường.</a:t>
            </a:r>
          </a:p>
          <a:p xmlns:a="http://schemas.openxmlformats.org/drawingml/2006/main">
            <a:r>
              <a:t>A3 Hủy và chuyển giao đồng thời: Kiểm tra rowversion hoặc điều kiện trạng thái để chỉ một thao tác ghi thành công.</a:t>
            </a:r>
          </a:p>
          <a:p xmlns:a="http://schemas.openxmlformats.org/drawingml/2006/main">
            <a:r>
              <a:t>A4 Chọn hủy thay vì duyệt: Chuyển sang UC006 với cùng kiểm tra quyền và điều kiện hủy.</a:t>
            </a:r>
          </a:p>
          <a:p xmlns:a="http://schemas.openxmlformats.org/drawingml/2006/main">
            <a:r>
              <a:t>Hậu điều kiện:</a:t>
            </a:r>
          </a:p>
          <a:p xmlns:a="http://schemas.openxmlformats.org/drawingml/2006/main">
            <a:r>
              <a:t>Trạng thái mới được lưu đúng thứ tự.</a:t>
            </a:r>
          </a:p>
          <a:p xmlns:a="http://schemas.openxmlformats.org/drawingml/2006/main">
            <a:r>
              <a:t>Không thay đổi tồn kho trong thao tác duyệt, giao hoặc hoàn thành.</a:t>
            </a:r>
          </a:p>
          <a:p xmlns:a="http://schemas.openxmlformats.org/drawingml/2006/main">
            <a:r>
              <a:t>Quy tắc:</a:t>
            </a:r>
          </a:p>
          <a:p xmlns:a="http://schemas.openxmlformats.org/drawingml/2006/main">
            <a:r>
              <a:t>Tồn đã trừ ở lúc đặt, không trừ lần nữa khi duyệt.</a:t>
            </a:r>
          </a:p>
          <a:p xmlns:a="http://schemas.openxmlformats.org/drawingml/2006/main">
            <a:r>
              <a:t>Không tự động cộng doanh thu từ đơn chờ hoặc đã hủy.</a:t>
            </a:r>
          </a:p>
          <a:p xmlns:a="http://schemas.openxmlformats.org/drawingml/2006/main">
            <a:r>
              <a:t>CompletedAt là trường bổ sung cần đối chiếu migration khi triển khai.</a:t>
            </a:r>
          </a:p>
          <a:p xmlns:a="http://schemas.openxmlformats.org/drawingml/2006/main">
            <a:r>
              <a:t/>
            </a:r>
          </a:p>
          <a:p xmlns:a="http://schemas.openxmlformats.org/drawingml/2006/main">
            <a:r>
              <a:t>UC_DTBM_016 Hoàn trả kho khi hủy đơn</a:t>
            </a:r>
          </a:p>
          <a:p xmlns:a="http://schemas.openxmlformats.org/drawingml/2006/main">
            <a:r>
              <a:t>Mục tiêu: Cộng trả đúng số lượng của đơn hủy, đúng một lần.</a:t>
            </a:r>
          </a:p>
          <a:p xmlns:a="http://schemas.openxmlformats.org/drawingml/2006/main">
            <a:r>
              <a:t>Tác nhân: Hành vi nội bộ của UC006</a:t>
            </a:r>
          </a:p>
          <a:p xmlns:a="http://schemas.openxmlformats.org/drawingml/2006/main">
            <a:r>
              <a:t>Kích hoạt: UC006 đã kiểm tra quyền và giành quyền chuyển trạng thái sang Đã hủy.</a:t>
            </a:r>
          </a:p>
          <a:p xmlns:a="http://schemas.openxmlformats.org/drawingml/2006/main">
            <a:r>
              <a:t>Tiền điều kiện:</a:t>
            </a:r>
          </a:p>
          <a:p xmlns:a="http://schemas.openxmlformats.org/drawingml/2006/main">
            <a:r>
              <a:t>1. Đang ở transaction hủy.</a:t>
            </a:r>
          </a:p>
          <a:p xmlns:a="http://schemas.openxmlformats.org/drawingml/2006/main">
            <a:r>
              <a:t>2. Đơn đủ điều kiện, chưa được hoàn kho bởi một thao tác hủy trước.</a:t>
            </a:r>
          </a:p>
          <a:p xmlns:a="http://schemas.openxmlformats.org/drawingml/2006/main">
            <a:r>
              <a:t>Luồng chính:</a:t>
            </a:r>
          </a:p>
          <a:p xmlns:a="http://schemas.openxmlformats.org/drawingml/2006/main">
            <a:r>
              <a:t>1. Lấy các OrderDetails từ CSDL, không lấy số lượng hoàn do client gửi.</a:t>
            </a:r>
          </a:p>
          <a:p xmlns:a="http://schemas.openxmlformats.org/drawingml/2006/main">
            <a:r>
              <a:t>2. Với từng sản phẩm, cộng Quantity của dòng hàng vào StockQuantity.</a:t>
            </a:r>
          </a:p>
          <a:p xmlns:a="http://schemas.openxmlformats.org/drawingml/2006/main">
            <a:r>
              <a:t>3. Nếu có bất kỳ lỗi nào, báo thất bại để rollback.</a:t>
            </a:r>
          </a:p>
          <a:p xmlns:a="http://schemas.openxmlformats.org/drawingml/2006/main">
            <a:r>
              <a:t>4. Trả thành công cho UC006 để commit đồng thời trạng thái Đã hủy và các thay đổi tồn.</a:t>
            </a:r>
          </a:p>
          <a:p xmlns:a="http://schemas.openxmlformats.org/drawingml/2006/main">
            <a:r>
              <a:t>Ngoại lệ:</a:t>
            </a:r>
          </a:p>
          <a:p xmlns:a="http://schemas.openxmlformats.org/drawingml/2006/main">
            <a:r>
              <a:t>A1 Đơn đã hủy hoặc không chuyển được trạng thái: Không thực hiện hoàn trả; trả kết quả đã hủy hoặc xung đột.</a:t>
            </a:r>
          </a:p>
          <a:p xmlns:a="http://schemas.openxmlformats.org/drawingml/2006/main">
            <a:r>
              <a:t>A2 Lỗi giữa các dòng: Rollback toàn bộ, không giữ hoàn kho một phần.</a:t>
            </a:r>
          </a:p>
          <a:p xmlns:a="http://schemas.openxmlformats.org/drawingml/2006/main">
            <a:r>
              <a:t>Hậu điều kiện:</a:t>
            </a:r>
          </a:p>
          <a:p xmlns:a="http://schemas.openxmlformats.org/drawingml/2006/main">
            <a:r>
              <a:t>Kho tăng đúng chi tiết đơn khi hủy commit.</a:t>
            </a:r>
          </a:p>
          <a:p xmlns:a="http://schemas.openxmlformats.org/drawingml/2006/main">
            <a:r>
              <a:t>Gửi hủy lặp không tiếp tục tăng tồn.</a:t>
            </a:r>
          </a:p>
          <a:p xmlns:a="http://schemas.openxmlformats.org/drawingml/2006/main">
            <a:r>
              <a:t>Quy tắc:</a:t>
            </a:r>
          </a:p>
          <a:p xmlns:a="http://schemas.openxmlformats.org/drawingml/2006/main">
            <a:r>
              <a:t>UC006 «include» UC016 trong cùng giao dịch.</a:t>
            </a:r>
          </a:p>
          <a:p xmlns:a="http://schemas.openxmlformats.org/drawingml/2006/main">
            <a:r>
              <a:t>Không xóa chi tiết đơn sau hủy.</a:t>
            </a:r>
          </a:p>
          <a:p xmlns:a="http://schemas.openxmlformats.org/drawingml/2006/main">
            <a:r>
              <a:t>Đây là hành vi nội bộ, không phải chức năng cộng kho tùy ý cho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UC_DTBM_012 Quản lý máy tính</a:t>
            </a:r>
          </a:p>
          <a:p xmlns:a="http://schemas.openxmlformats.org/drawingml/2006/main">
            <a:r>
              <a:t>Mục tiêu: Duy trì danh mục, giá, cấu hình và số lượng hàng sẵn bán.</a:t>
            </a:r>
          </a:p>
          <a:p xmlns:a="http://schemas.openxmlformats.org/drawingml/2006/main">
            <a:r>
              <a:t>Tác nhân: Admin</a:t>
            </a:r>
          </a:p>
          <a:p xmlns:a="http://schemas.openxmlformats.org/drawingml/2006/main">
            <a:r>
              <a:t>Kích hoạt: Admin chọn Quản lý máy tính trên Desktop.</a:t>
            </a:r>
          </a:p>
          <a:p xmlns:a="http://schemas.openxmlformats.org/drawingml/2006/main">
            <a:r>
              <a:t>Tiền điều kiện:</a:t>
            </a:r>
          </a:p>
          <a:p xmlns:a="http://schemas.openxmlformats.org/drawingml/2006/main">
            <a:r>
              <a:t>1. Đã xác thực quyền Admin.</a:t>
            </a:r>
          </a:p>
          <a:p xmlns:a="http://schemas.openxmlformats.org/drawingml/2006/main">
            <a:r>
              <a:t>2. Danh mục tham chiếu tồn tại khi lưu sản phẩm.</a:t>
            </a:r>
          </a:p>
          <a:p xmlns:a="http://schemas.openxmlformats.org/drawingml/2006/main">
            <a:r>
              <a:t>Luồng chính:</a:t>
            </a:r>
          </a:p>
          <a:p xmlns:a="http://schemas.openxmlformats.org/drawingml/2006/main">
            <a:r>
              <a:t>1. Tải danh sách sản phẩm vào DataGridView.</a:t>
            </a:r>
          </a:p>
          <a:p xmlns:a="http://schemas.openxmlformats.org/drawingml/2006/main">
            <a:r>
              <a:t>2. Admin chọn thêm, sửa, xóa hoặc cập nhật tồn; chọn dòng hiện có nếu thao tác cần một sản phẩm.</a:t>
            </a:r>
          </a:p>
          <a:p xmlns:a="http://schemas.openxmlformats.org/drawingml/2006/main">
            <a:r>
              <a:t>3. Nhập tên, danh mục, giá, tồn và các dữ liệu cấu hình/ảnh liên quan.</a:t>
            </a:r>
          </a:p>
          <a:p xmlns:a="http://schemas.openxmlformats.org/drawingml/2006/main">
            <a:r>
              <a:t>4. API kiểm tra bắt buộc, kiểu số, giá trị không âm và ràng buộc khóa ngoại.</a:t>
            </a:r>
          </a:p>
          <a:p xmlns:a="http://schemas.openxmlformats.org/drawingml/2006/main">
            <a:r>
              <a:t>5. Nếu xóa, kiểm tra sản phẩm chưa xuất hiện trong chi tiết đơn.</a:t>
            </a:r>
          </a:p>
          <a:p xmlns:a="http://schemas.openxmlformats.org/drawingml/2006/main">
            <a:r>
              <a:t>6. Ghi thay đổi, trả kết quả và tải lại bảng cùng dữ liệu tồn mới nhất.</a:t>
            </a:r>
          </a:p>
          <a:p xmlns:a="http://schemas.openxmlformats.org/drawingml/2006/main">
            <a:r>
              <a:t>Ngoại lệ:</a:t>
            </a:r>
          </a:p>
          <a:p xmlns:a="http://schemas.openxmlformats.org/drawingml/2006/main">
            <a:r>
              <a:t>A1 Tên trống, giá/tồn âm hoặc sai kiểu: Không lưu, báo lỗi ngay trường tương ứng và focus lỗi đầu tiên.</a:t>
            </a:r>
          </a:p>
          <a:p xmlns:a="http://schemas.openxmlformats.org/drawingml/2006/main">
            <a:r>
              <a:t>A2 Sản phẩm đã có trong đơn: Từ chối xóa để bảo vệ lịch sử.</a:t>
            </a:r>
          </a:p>
          <a:p xmlns:a="http://schemas.openxmlformats.org/drawingml/2006/main">
            <a:r>
              <a:t>A3 Bán hàng và sửa tồn đồng thời: Đề xuất kiểm tra rowversion, tải lại dữ liệu nếu bản ghi đã đổi; không ghi đè tồn vừa bán.</a:t>
            </a:r>
          </a:p>
          <a:p xmlns:a="http://schemas.openxmlformats.org/drawingml/2006/main">
            <a:r>
              <a:t>A4 Không chọn dòng hoặc hủy thao tác: Yêu cầu chọn sản phẩm; hủy không lưu dữ liệu đang sửa.</a:t>
            </a:r>
          </a:p>
          <a:p xmlns:a="http://schemas.openxmlformats.org/drawingml/2006/main">
            <a:r>
              <a:t>Hậu điều kiện:</a:t>
            </a:r>
          </a:p>
          <a:p xmlns:a="http://schemas.openxmlformats.org/drawingml/2006/main">
            <a:r>
              <a:t>Sản phẩm được thêm/cập nhật/xóa hợp lệ; tồn không âm.</a:t>
            </a:r>
          </a:p>
          <a:p xmlns:a="http://schemas.openxmlformats.org/drawingml/2006/main">
            <a:r>
              <a:t>Các đơn cũ vẫn giữ giá và sản phẩm đã tham chiếu.</a:t>
            </a:r>
          </a:p>
          <a:p xmlns:a="http://schemas.openxmlformats.org/drawingml/2006/main">
            <a:r>
              <a:t>Quy tắc:</a:t>
            </a:r>
          </a:p>
          <a:p xmlns:a="http://schemas.openxmlformats.org/drawingml/2006/main">
            <a:r>
              <a:t>UC012.1 Thêm, UC012.2 Sửa, UC012.3 Xóa, UC012.4 Cập nhật tồn là phân rã chức năng, không thêm bốn UC chính vào danh mục 16 UC.</a:t>
            </a:r>
          </a:p>
          <a:p xmlns:a="http://schemas.openxmlformats.org/drawingml/2006/main">
            <a:r>
              <a:t>Thay đổi giá danh mục không thay OrderDetails.UnitPrice của đơn đã đặt.</a:t>
            </a:r>
          </a:p>
          <a:p xmlns:a="http://schemas.openxmlformats.org/drawingml/2006/main">
            <a:r>
              <a:t>Sửa tồn trực tiếp là phạm vi mẫu hiện có, không suy diễn đã có nghiệp vụ nhập hàng/nhà cung cấp.</a:t>
            </a:r>
          </a:p>
          <a:p xmlns:a="http://schemas.openxmlformats.org/drawingml/2006/main">
            <a:r>
              <a:t/>
            </a:r>
          </a:p>
          <a:p xmlns:a="http://schemas.openxmlformats.org/drawingml/2006/main">
            <a:r>
              <a:t>UC_DTBM_015 Trừ tồn kho tự động</a:t>
            </a:r>
          </a:p>
          <a:p xmlns:a="http://schemas.openxmlformats.org/drawingml/2006/main">
            <a:r>
              <a:t>Mục tiêu: Giảm đúng lượng hàng khi tạo đơn và không cho bán vượt kho.</a:t>
            </a:r>
          </a:p>
          <a:p xmlns:a="http://schemas.openxmlformats.org/drawingml/2006/main">
            <a:r>
              <a:t>Tác nhân: Hành vi nội bộ của UC005</a:t>
            </a:r>
          </a:p>
          <a:p xmlns:a="http://schemas.openxmlformats.org/drawingml/2006/main">
            <a:r>
              <a:t>Kích hoạt: UC005 bắt đầu ghi một giỏ hàng đã hợp lệ.</a:t>
            </a:r>
          </a:p>
          <a:p xmlns:a="http://schemas.openxmlformats.org/drawingml/2006/main">
            <a:r>
              <a:t>Tiền điều kiện:</a:t>
            </a:r>
          </a:p>
          <a:p xmlns:a="http://schemas.openxmlformats.org/drawingml/2006/main">
            <a:r>
              <a:t>1. Đang ở transaction đặt hàng.</a:t>
            </a:r>
          </a:p>
          <a:p xmlns:a="http://schemas.openxmlformats.org/drawingml/2006/main">
            <a:r>
              <a:t>2. Các dòng đã gộp theo sản phẩm, số lượng nguyên dương.</a:t>
            </a:r>
          </a:p>
          <a:p xmlns:a="http://schemas.openxmlformats.org/drawingml/2006/main">
            <a:r>
              <a:t>Luồng chính:</a:t>
            </a:r>
          </a:p>
          <a:p xmlns:a="http://schemas.openxmlformats.org/drawingml/2006/main">
            <a:r>
              <a:t>1. Đọc sản phẩm và số lượng đặt từ dữ liệu đã được API kiểm tra.</a:t>
            </a:r>
          </a:p>
          <a:p xmlns:a="http://schemas.openxmlformats.org/drawingml/2006/main">
            <a:r>
              <a:t>2. Xử lý các sản phẩm theo thứ tự ổn định để giảm xung đột khóa.</a:t>
            </a:r>
          </a:p>
          <a:p xmlns:a="http://schemas.openxmlformats.org/drawingml/2006/main">
            <a:r>
              <a:t>3. Thực hiện trừ có điều kiện StockQuantity &gt;= Quantity hoặc cơ chế đồng thời tương đương.</a:t>
            </a:r>
          </a:p>
          <a:p xmlns:a="http://schemas.openxmlformats.org/drawingml/2006/main">
            <a:r>
              <a:t>4. Kiểm tra từng dòng đã cập nhật đúng một bản ghi.</a:t>
            </a:r>
          </a:p>
          <a:p xmlns:a="http://schemas.openxmlformats.org/drawingml/2006/main">
            <a:r>
              <a:t>5. Trả thành công cho UC005 để cùng ghi đơn và commit.</a:t>
            </a:r>
          </a:p>
          <a:p xmlns:a="http://schemas.openxmlformats.org/drawingml/2006/main">
            <a:r>
              <a:t>Ngoại lệ:</a:t>
            </a:r>
          </a:p>
          <a:p xmlns:a="http://schemas.openxmlformats.org/drawingml/2006/main">
            <a:r>
              <a:t>A1 Một dòng không đủ kho: Báo lỗi, rollback cả các dòng trước và đơn trong giao dịch.</a:t>
            </a:r>
          </a:p>
          <a:p xmlns:a="http://schemas.openxmlformats.org/drawingml/2006/main">
            <a:r>
              <a:t>A2 Xung đột đồng thời hoặc lỗi CSDL: Không chấp nhận tồn âm; rollback và trả lỗi phù hợp cho UC005.</a:t>
            </a:r>
          </a:p>
          <a:p xmlns:a="http://schemas.openxmlformats.org/drawingml/2006/main">
            <a:r>
              <a:t>Hậu điều kiện:</a:t>
            </a:r>
          </a:p>
          <a:p xmlns:a="http://schemas.openxmlformats.org/drawingml/2006/main">
            <a:r>
              <a:t>Nếu UC005 commit: tồn giảm chính xác số lượng đặt.</a:t>
            </a:r>
          </a:p>
          <a:p xmlns:a="http://schemas.openxmlformats.org/drawingml/2006/main">
            <a:r>
              <a:t>Nếu UC005 thất bại: không có phần trừ tồn riêng lẻ được giữ lại.</a:t>
            </a:r>
          </a:p>
          <a:p xmlns:a="http://schemas.openxmlformats.org/drawingml/2006/main">
            <a:r>
              <a:t>Quy tắc:</a:t>
            </a:r>
          </a:p>
          <a:p xmlns:a="http://schemas.openxmlformats.org/drawingml/2006/main">
            <a:r>
              <a:t>UC015 không phải tác nhân ngoài và không cần màn hình thao tác riêng.</a:t>
            </a:r>
          </a:p>
          <a:p xmlns:a="http://schemas.openxmlformats.org/drawingml/2006/main">
            <a:r>
              <a:t>Transaction phải kết hợp kiểm soát đồng thời, không chỉ đọc tồn rồi ghi giá trị mới.</a:t>
            </a:r>
          </a:p>
          <a:p xmlns:a="http://schemas.openxmlformats.org/drawingml/2006/main">
            <a:r>
              <a:t>Duyệt đơn hoặc gửi lại cùng yêu cầu không kích hoạt trừ kho lần hai.</a:t>
            </a:r>
          </a:p>
          <a:p xmlns:a="http://schemas.openxmlformats.org/drawingml/2006/main">
            <a:r>
              <a:t/>
            </a:r>
          </a:p>
          <a:p xmlns:a="http://schemas.openxmlformats.org/drawingml/2006/main">
            <a:r>
              <a:t>UC_DTBM_016 Hoàn trả kho khi hủy đơn</a:t>
            </a:r>
          </a:p>
          <a:p xmlns:a="http://schemas.openxmlformats.org/drawingml/2006/main">
            <a:r>
              <a:t>Mục tiêu: Cộng trả đúng số lượng của đơn hủy, đúng một lần.</a:t>
            </a:r>
          </a:p>
          <a:p xmlns:a="http://schemas.openxmlformats.org/drawingml/2006/main">
            <a:r>
              <a:t>Tác nhân: Hành vi nội bộ của UC006</a:t>
            </a:r>
          </a:p>
          <a:p xmlns:a="http://schemas.openxmlformats.org/drawingml/2006/main">
            <a:r>
              <a:t>Kích hoạt: UC006 đã kiểm tra quyền và giành quyền chuyển trạng thái sang Đã hủy.</a:t>
            </a:r>
          </a:p>
          <a:p xmlns:a="http://schemas.openxmlformats.org/drawingml/2006/main">
            <a:r>
              <a:t>Tiền điều kiện:</a:t>
            </a:r>
          </a:p>
          <a:p xmlns:a="http://schemas.openxmlformats.org/drawingml/2006/main">
            <a:r>
              <a:t>1. Đang ở transaction hủy.</a:t>
            </a:r>
          </a:p>
          <a:p xmlns:a="http://schemas.openxmlformats.org/drawingml/2006/main">
            <a:r>
              <a:t>2. Đơn đủ điều kiện, chưa được hoàn kho bởi một thao tác hủy trước.</a:t>
            </a:r>
          </a:p>
          <a:p xmlns:a="http://schemas.openxmlformats.org/drawingml/2006/main">
            <a:r>
              <a:t>Luồng chính:</a:t>
            </a:r>
          </a:p>
          <a:p xmlns:a="http://schemas.openxmlformats.org/drawingml/2006/main">
            <a:r>
              <a:t>1. Lấy các OrderDetails từ CSDL, không lấy số lượng hoàn do client gửi.</a:t>
            </a:r>
          </a:p>
          <a:p xmlns:a="http://schemas.openxmlformats.org/drawingml/2006/main">
            <a:r>
              <a:t>2. Với từng sản phẩm, cộng Quantity của dòng hàng vào StockQuantity.</a:t>
            </a:r>
          </a:p>
          <a:p xmlns:a="http://schemas.openxmlformats.org/drawingml/2006/main">
            <a:r>
              <a:t>3. Nếu có bất kỳ lỗi nào, báo thất bại để rollback.</a:t>
            </a:r>
          </a:p>
          <a:p xmlns:a="http://schemas.openxmlformats.org/drawingml/2006/main">
            <a:r>
              <a:t>4. Trả thành công cho UC006 để commit đồng thời trạng thái Đã hủy và các thay đổi tồn.</a:t>
            </a:r>
          </a:p>
          <a:p xmlns:a="http://schemas.openxmlformats.org/drawingml/2006/main">
            <a:r>
              <a:t>Ngoại lệ:</a:t>
            </a:r>
          </a:p>
          <a:p xmlns:a="http://schemas.openxmlformats.org/drawingml/2006/main">
            <a:r>
              <a:t>A1 Đơn đã hủy hoặc không chuyển được trạng thái: Không thực hiện hoàn trả; trả kết quả đã hủy hoặc xung đột.</a:t>
            </a:r>
          </a:p>
          <a:p xmlns:a="http://schemas.openxmlformats.org/drawingml/2006/main">
            <a:r>
              <a:t>A2 Lỗi giữa các dòng: Rollback toàn bộ, không giữ hoàn kho một phần.</a:t>
            </a:r>
          </a:p>
          <a:p xmlns:a="http://schemas.openxmlformats.org/drawingml/2006/main">
            <a:r>
              <a:t>Hậu điều kiện:</a:t>
            </a:r>
          </a:p>
          <a:p xmlns:a="http://schemas.openxmlformats.org/drawingml/2006/main">
            <a:r>
              <a:t>Kho tăng đúng chi tiết đơn khi hủy commit.</a:t>
            </a:r>
          </a:p>
          <a:p xmlns:a="http://schemas.openxmlformats.org/drawingml/2006/main">
            <a:r>
              <a:t>Gửi hủy lặp không tiếp tục tăng tồn.</a:t>
            </a:r>
          </a:p>
          <a:p xmlns:a="http://schemas.openxmlformats.org/drawingml/2006/main">
            <a:r>
              <a:t>Quy tắc:</a:t>
            </a:r>
          </a:p>
          <a:p xmlns:a="http://schemas.openxmlformats.org/drawingml/2006/main">
            <a:r>
              <a:t>UC006 «include» UC016 trong cùng giao dịch.</a:t>
            </a:r>
          </a:p>
          <a:p xmlns:a="http://schemas.openxmlformats.org/drawingml/2006/main">
            <a:r>
              <a:t>Không xóa chi tiết đơn sau hủy.</a:t>
            </a:r>
          </a:p>
          <a:p xmlns:a="http://schemas.openxmlformats.org/drawingml/2006/main">
            <a:r>
              <a:t>Đây là hành vi nội bộ, không phải chức năng cộng kho tùy ý cho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UC_DTBM_001 Đăng nhập</a:t>
            </a:r>
          </a:p>
          <a:p xmlns:a="http://schemas.openxmlformats.org/drawingml/2006/main">
            <a:r>
              <a:t>Mục tiêu: Xác lập danh tính và quyền trước khi truy cập chức năng dành cho tài khoản.</a:t>
            </a:r>
          </a:p>
          <a:p xmlns:a="http://schemas.openxmlformats.org/drawingml/2006/main">
            <a:r>
              <a:t>Tác nhân: Customer, Admin</a:t>
            </a:r>
          </a:p>
          <a:p xmlns:a="http://schemas.openxmlformats.org/drawingml/2006/main">
            <a:r>
              <a:t>Kích hoạt: Chọn Đăng nhập trên web hoặc mở ứng dụng Desktop.</a:t>
            </a:r>
          </a:p>
          <a:p xmlns:a="http://schemas.openxmlformats.org/drawingml/2006/main">
            <a:r>
              <a:t>Tiền điều kiện:</a:t>
            </a:r>
          </a:p>
          <a:p xmlns:a="http://schemas.openxmlformats.org/drawingml/2006/main">
            <a:r>
              <a:t>1. Tài khoản đã tồn tại và được phép sử dụng.</a:t>
            </a:r>
          </a:p>
          <a:p xmlns:a="http://schemas.openxmlformats.org/drawingml/2006/main">
            <a:r>
              <a:t>2. Web API hoạt động. Desktop chỉ cho tài khoản có quyền Admin.</a:t>
            </a:r>
          </a:p>
          <a:p xmlns:a="http://schemas.openxmlformats.org/drawingml/2006/main">
            <a:r>
              <a:t>Luồng chính:</a:t>
            </a:r>
          </a:p>
          <a:p xmlns:a="http://schemas.openxmlformats.org/drawingml/2006/main">
            <a:r>
              <a:t>1. Hệ thống hiển thị ô tài khoản và mật khẩu; đặt focus vào ô đầu tiên.</a:t>
            </a:r>
          </a:p>
          <a:p xmlns:a="http://schemas.openxmlformats.org/drawingml/2006/main">
            <a:r>
              <a:t>2. Người dùng nhập thông tin và nhấn Đăng nhập.</a:t>
            </a:r>
          </a:p>
          <a:p xmlns:a="http://schemas.openxmlformats.org/drawingml/2006/main">
            <a:r>
              <a:t>3. Giao diện kiểm tra trường bắt buộc rồi gửi yêu cầu qua kết nối bảo vệ tới API.</a:t>
            </a:r>
          </a:p>
          <a:p xmlns:a="http://schemas.openxmlformats.org/drawingml/2006/main">
            <a:r>
              <a:t>4. API kiểm tra tài khoản, đối chiếu mật khẩu và xác định vai trò.</a:t>
            </a:r>
          </a:p>
          <a:p xmlns:a="http://schemas.openxmlformats.org/drawingml/2006/main">
            <a:r>
              <a:t>5. Khi hợp lệ, hệ thống tạo phiên hoặc token xác thực và chuyển Customer về website, Admin về MainForm.</a:t>
            </a:r>
          </a:p>
          <a:p xmlns:a="http://schemas.openxmlformats.org/drawingml/2006/main">
            <a:r>
              <a:t>Ngoại lệ:</a:t>
            </a:r>
          </a:p>
          <a:p xmlns:a="http://schemas.openxmlformats.org/drawingml/2006/main">
            <a:r>
              <a:t>A1 Sai thông tin: Thông báo chung Sai tài khoản hoặc mật khẩu; không tiết lộ tài khoản có tồn tại; cho nhập lại.</a:t>
            </a:r>
          </a:p>
          <a:p xmlns:a="http://schemas.openxmlformats.org/drawingml/2006/main">
            <a:r>
              <a:t>A2 Customer đăng nhập Desktop: Từ chối vào ứng dụng quản trị, không tạo phiên Admin.</a:t>
            </a:r>
          </a:p>
          <a:p xmlns:a="http://schemas.openxmlformats.org/drawingml/2006/main">
            <a:r>
              <a:t>A3 Hủy hoặc lỗi kết nối: Hủy thì quay lại màn hình trước; lỗi mạng cho thử lại, không báo đăng nhập thành công.</a:t>
            </a:r>
          </a:p>
          <a:p xmlns:a="http://schemas.openxmlformats.org/drawingml/2006/main">
            <a:r>
              <a:t>Hậu điều kiện:</a:t>
            </a:r>
          </a:p>
          <a:p xmlns:a="http://schemas.openxmlformats.org/drawingml/2006/main">
            <a:r>
              <a:t>Thành công: có phiên gắn đúng danh tính và vai trò.</a:t>
            </a:r>
          </a:p>
          <a:p xmlns:a="http://schemas.openxmlformats.org/drawingml/2006/main">
            <a:r>
              <a:t>Thất bại: chưa có quyền mới, không thay đổi tài khoản.</a:t>
            </a:r>
          </a:p>
          <a:p xmlns:a="http://schemas.openxmlformats.org/drawingml/2006/main">
            <a:r>
              <a:t>Quy tắc:</a:t>
            </a:r>
          </a:p>
          <a:p xmlns:a="http://schemas.openxmlformats.org/drawingml/2006/main">
            <a:r>
              <a:t>Tên đăng nhập tối đa 50 ký tự theo Screen design.</a:t>
            </a:r>
          </a:p>
          <a:p xmlns:a="http://schemas.openxmlformats.org/drawingml/2006/main">
            <a:r>
              <a:t>Không ghi mật khẩu hoặc token vào nhật ký; không hiển thị hash ở giao diện.</a:t>
            </a:r>
          </a:p>
          <a:p xmlns:a="http://schemas.openxmlformats.org/drawingml/2006/main">
            <a:r>
              <a:t>Đăng nhập không thay thế kiểm tra quyền trên các API nghiệp vụ.</a:t>
            </a:r>
          </a:p>
          <a:p xmlns:a="http://schemas.openxmlformats.org/drawingml/2006/main">
            <a:r>
              <a:t/>
            </a:r>
          </a:p>
          <a:p xmlns:a="http://schemas.openxmlformats.org/drawingml/2006/main">
            <a:r>
              <a:t>UC_DTBM_002 Đổi mật khẩu</a:t>
            </a:r>
          </a:p>
          <a:p xmlns:a="http://schemas.openxmlformats.org/drawingml/2006/main">
            <a:r>
              <a:t>Mục tiêu: Cho phép chủ tài khoản thay mật khẩu đang dùng.</a:t>
            </a:r>
          </a:p>
          <a:p xmlns:a="http://schemas.openxmlformats.org/drawingml/2006/main">
            <a:r>
              <a:t>Tác nhân: Customer, Admin</a:t>
            </a:r>
          </a:p>
          <a:p xmlns:a="http://schemas.openxmlformats.org/drawingml/2006/main">
            <a:r>
              <a:t>Kích hoạt: Chọn Đổi mật khẩu trong hồ sơ hoặc menu cá nhân.</a:t>
            </a:r>
          </a:p>
          <a:p xmlns:a="http://schemas.openxmlformats.org/drawingml/2006/main">
            <a:r>
              <a:t>Tiền điều kiện:</a:t>
            </a:r>
          </a:p>
          <a:p xmlns:a="http://schemas.openxmlformats.org/drawingml/2006/main">
            <a:r>
              <a:t>1. Người dùng đã đăng nhập và phiên còn hiệu lực.</a:t>
            </a:r>
          </a:p>
          <a:p xmlns:a="http://schemas.openxmlformats.org/drawingml/2006/main">
            <a:r>
              <a:t>Luồng chính:</a:t>
            </a:r>
          </a:p>
          <a:p xmlns:a="http://schemas.openxmlformats.org/drawingml/2006/main">
            <a:r>
              <a:t>1. Hiển thị mật khẩu hiện tại, mật khẩu mới và xác nhận.</a:t>
            </a:r>
          </a:p>
          <a:p xmlns:a="http://schemas.openxmlformats.org/drawingml/2006/main">
            <a:r>
              <a:t>2. Người dùng nhập ba trường, chọn Chấp nhận hoặc Cập nhật.</a:t>
            </a:r>
          </a:p>
          <a:p xmlns:a="http://schemas.openxmlformats.org/drawingml/2006/main">
            <a:r>
              <a:t>3. API lấy tài khoản từ phiên, kiểm tra mật khẩu hiện tại.</a:t>
            </a:r>
          </a:p>
          <a:p xmlns:a="http://schemas.openxmlformats.org/drawingml/2006/main">
            <a:r>
              <a:t>4. Kiểm tra chính sách mật khẩu mới và hai giá trị xác nhận.</a:t>
            </a:r>
          </a:p>
          <a:p xmlns:a="http://schemas.openxmlformats.org/drawingml/2006/main">
            <a:r>
              <a:t>5. Băm và lưu mật khẩu mới tại server, trả thông báo thành công; không trả giá trị mật khẩu.</a:t>
            </a:r>
          </a:p>
          <a:p xmlns:a="http://schemas.openxmlformats.org/drawingml/2006/main">
            <a:r>
              <a:t>Ngoại lệ:</a:t>
            </a:r>
          </a:p>
          <a:p xmlns:a="http://schemas.openxmlformats.org/drawingml/2006/main">
            <a:r>
              <a:t>A1 Mật khẩu hiện tại sai: Báo lỗi ở trường hiện tại; không lưu thay đổi.</a:t>
            </a:r>
          </a:p>
          <a:p xmlns:a="http://schemas.openxmlformats.org/drawingml/2006/main">
            <a:r>
              <a:t>A2 Xác nhận lệch hoặc không đạt quy tắc: Chỉ rõ trường cần sửa, focus lỗi đầu tiên, giữ thông tin hợp lệ.</a:t>
            </a:r>
          </a:p>
          <a:p xmlns:a="http://schemas.openxmlformats.org/drawingml/2006/main">
            <a:r>
              <a:t>A3 Hủy hoặc phiên hết hạn: Hủy không thay đổi dữ liệu; hết phiên thì yêu cầu đăng nhập lại.</a:t>
            </a:r>
          </a:p>
          <a:p xmlns:a="http://schemas.openxmlformats.org/drawingml/2006/main">
            <a:r>
              <a:t>Hậu điều kiện:</a:t>
            </a:r>
          </a:p>
          <a:p xmlns:a="http://schemas.openxmlformats.org/drawingml/2006/main">
            <a:r>
              <a:t>Mật khẩu mới thay thế mật khẩu cũ khi ghi thành công.</a:t>
            </a:r>
          </a:p>
          <a:p xmlns:a="http://schemas.openxmlformats.org/drawingml/2006/main">
            <a:r>
              <a:t>Nếu có lỗi, mật khẩu cũ vẫn có hiệu lực.</a:t>
            </a:r>
          </a:p>
          <a:p xmlns:a="http://schemas.openxmlformats.org/drawingml/2006/main">
            <a:r>
              <a:t>Quy tắc:</a:t>
            </a:r>
          </a:p>
          <a:p xmlns:a="http://schemas.openxmlformats.org/drawingml/2006/main">
            <a:r>
              <a:t>Mật khẩu mới tối thiểu 6 ký tự theo mức yêu cầu trong tài liệu nhóm.</a:t>
            </a:r>
          </a:p>
          <a:p xmlns:a="http://schemas.openxmlformats.org/drawingml/2006/main">
            <a:r>
              <a:t>Đây là đổi mật khẩu có phiên, khác với đặt lại mật khẩu khi quên.</a:t>
            </a:r>
          </a:p>
          <a:p xmlns:a="http://schemas.openxmlformats.org/drawingml/2006/main">
            <a:r>
              <a:t>Cơ chế băm đề xuất dùng PasswordHasher tại server thay cho SHA-256 đơn thuần trong mẫu.</a:t>
            </a:r>
          </a:p>
          <a:p xmlns:a="http://schemas.openxmlformats.org/drawingml/2006/main">
            <a:r>
              <a:t/>
            </a:r>
          </a:p>
          <a:p xmlns:a="http://schemas.openxmlformats.org/drawingml/2006/main">
            <a:r>
              <a:t>UC_DTBM_007 Đăng ký tài khoản</a:t>
            </a:r>
          </a:p>
          <a:p xmlns:a="http://schemas.openxmlformats.org/drawingml/2006/main">
            <a:r>
              <a:t>Mục tiêu: Tạo tài khoản thành viên để quản lý lịch sử và thông tin cá nhân.</a:t>
            </a:r>
          </a:p>
          <a:p xmlns:a="http://schemas.openxmlformats.org/drawingml/2006/main">
            <a:r>
              <a:t>Tác nhân: Guest</a:t>
            </a:r>
          </a:p>
          <a:p xmlns:a="http://schemas.openxmlformats.org/drawingml/2006/main">
            <a:r>
              <a:t>Kích hoạt: Chọn Đăng ký thành viên từ trang đăng nhập.</a:t>
            </a:r>
          </a:p>
          <a:p xmlns:a="http://schemas.openxmlformats.org/drawingml/2006/main">
            <a:r>
              <a:t>Tiền điều kiện:</a:t>
            </a:r>
          </a:p>
          <a:p xmlns:a="http://schemas.openxmlformats.org/drawingml/2006/main">
            <a:r>
              <a:t>1. Chưa có tên đăng nhập trùng trong CSDL.</a:t>
            </a:r>
          </a:p>
          <a:p xmlns:a="http://schemas.openxmlformats.org/drawingml/2006/main">
            <a:r>
              <a:t>Luồng chính:</a:t>
            </a:r>
          </a:p>
          <a:p xmlns:a="http://schemas.openxmlformats.org/drawingml/2006/main">
            <a:r>
              <a:t>1. Hiển thị tên đăng nhập, họ tên, mật khẩu và xác nhận; các trường hồ sơ khác theo cấu hình màn hình.</a:t>
            </a:r>
          </a:p>
          <a:p xmlns:a="http://schemas.openxmlformats.org/drawingml/2006/main">
            <a:r>
              <a:t>2. Guest nhập dữ liệu rồi chọn Đăng ký.</a:t>
            </a:r>
          </a:p>
          <a:p xmlns:a="http://schemas.openxmlformats.org/drawingml/2006/main">
            <a:r>
              <a:t>3. API kiểm tra bắt buộc, độ dài, định dạng và tên trùng.</a:t>
            </a:r>
          </a:p>
          <a:p xmlns:a="http://schemas.openxmlformats.org/drawingml/2006/main">
            <a:r>
              <a:t>4. Server gán Role Customer, băm mật khẩu và tạo Users.</a:t>
            </a:r>
          </a:p>
          <a:p xmlns:a="http://schemas.openxmlformats.org/drawingml/2006/main">
            <a:r>
              <a:t>5. Hiện tạo tài khoản thành công và dẫn đến Đăng nhập.</a:t>
            </a:r>
          </a:p>
          <a:p xmlns:a="http://schemas.openxmlformats.org/drawingml/2006/main">
            <a:r>
              <a:t>Ngoại lệ:</a:t>
            </a:r>
          </a:p>
          <a:p xmlns:a="http://schemas.openxmlformats.org/drawingml/2006/main">
            <a:r>
              <a:t>A1 Tên trùng: Báo lỗi tại tên tài khoản, không tạo thêm bản ghi.</a:t>
            </a:r>
          </a:p>
          <a:p xmlns:a="http://schemas.openxmlformats.org/drawingml/2006/main">
            <a:r>
              <a:t>A2 Xác nhận lệch hoặc dữ liệu sai: Đánh dấu lỗi và giữ thông tin không nhạy cảm để sửa.</a:t>
            </a:r>
          </a:p>
          <a:p xmlns:a="http://schemas.openxmlformats.org/drawingml/2006/main">
            <a:r>
              <a:t>A3 Hai yêu cầu tạo cùng tên: Ràng buộc duy nhất chỉ cho một tài khoản, yêu cầu còn lại nhận thông báo tên đã có.</a:t>
            </a:r>
          </a:p>
          <a:p xmlns:a="http://schemas.openxmlformats.org/drawingml/2006/main">
            <a:r>
              <a:t>Hậu điều kiện:</a:t>
            </a:r>
          </a:p>
          <a:p xmlns:a="http://schemas.openxmlformats.org/drawingml/2006/main">
            <a:r>
              <a:t>Một tài khoản Customer hợp lệ được tạo khi lưu thành công.</a:t>
            </a:r>
          </a:p>
          <a:p xmlns:a="http://schemas.openxmlformats.org/drawingml/2006/main">
            <a:r>
              <a:t>Không tự cấp quyền Admin.</a:t>
            </a:r>
          </a:p>
          <a:p xmlns:a="http://schemas.openxmlformats.org/drawingml/2006/main">
            <a:r>
              <a:t>Quy tắc:</a:t>
            </a:r>
          </a:p>
          <a:p xmlns:a="http://schemas.openxmlformats.org/drawingml/2006/main">
            <a:r>
              <a:t>Tên đăng nhập tối đa 50 ký tự; mật khẩu mới tối thiểu 6 ký tự theo mức yêu cầu trong mẫu.</a:t>
            </a:r>
          </a:p>
          <a:p xmlns:a="http://schemas.openxmlformats.org/drawingml/2006/main">
            <a:r>
              <a:t>Không lấy RoleId do client tự gửi làm quyền thực tế.</a:t>
            </a:r>
          </a:p>
          <a:p xmlns:a="http://schemas.openxmlformats.org/drawingml/2006/main">
            <a:r>
              <a:t>Không yêu cầu xác minh email hoặc OTP như tính năng đã có nếu nhóm chưa triển khai.</a:t>
            </a:r>
          </a:p>
          <a:p xmlns:a="http://schemas.openxmlformats.org/drawingml/2006/main">
            <a:r>
              <a:t/>
            </a:r>
          </a:p>
          <a:p xmlns:a="http://schemas.openxmlformats.org/drawingml/2006/main">
            <a:r>
              <a:t>UC_DTBM_010 Quản lý người dùng</a:t>
            </a:r>
          </a:p>
          <a:p xmlns:a="http://schemas.openxmlformats.org/drawingml/2006/main">
            <a:r>
              <a:t>Mục tiêu: Quản lý tài khoản và vai trò phục vụ vận hành cửa hàng.</a:t>
            </a:r>
          </a:p>
          <a:p xmlns:a="http://schemas.openxmlformats.org/drawingml/2006/main">
            <a:r>
              <a:t>Tác nhân: Admin</a:t>
            </a:r>
          </a:p>
          <a:p xmlns:a="http://schemas.openxmlformats.org/drawingml/2006/main">
            <a:r>
              <a:t>Kích hoạt: Admin mở Quản lý người dùng trên MainForm.</a:t>
            </a:r>
          </a:p>
          <a:p xmlns:a="http://schemas.openxmlformats.org/drawingml/2006/main">
            <a:r>
              <a:t>Tiền điều kiện:</a:t>
            </a:r>
          </a:p>
          <a:p xmlns:a="http://schemas.openxmlformats.org/drawingml/2006/main">
            <a:r>
              <a:t>1. Phiên Desktop có quyền Admin; API kiểm tra lại quyền.</a:t>
            </a:r>
          </a:p>
          <a:p xmlns:a="http://schemas.openxmlformats.org/drawingml/2006/main">
            <a:r>
              <a:t>Luồng chính:</a:t>
            </a:r>
          </a:p>
          <a:p xmlns:a="http://schemas.openxmlformats.org/drawingml/2006/main">
            <a:r>
              <a:t>1. Tải danh sách mã, tài khoản, họ tên, thông tin liên hệ và vai trò.</a:t>
            </a:r>
          </a:p>
          <a:p xmlns:a="http://schemas.openxmlformats.org/drawingml/2006/main">
            <a:r>
              <a:t>2. Admin chọn thêm, sửa, đổi vai trò, xóa hoặc cấp lại mật khẩu.</a:t>
            </a:r>
          </a:p>
          <a:p xmlns:a="http://schemas.openxmlformats.org/drawingml/2006/main">
            <a:r>
              <a:t>3. Nhập thông tin và xác nhận thao tác có ảnh hưởng.</a:t>
            </a:r>
          </a:p>
          <a:p xmlns:a="http://schemas.openxmlformats.org/drawingml/2006/main">
            <a:r>
              <a:t>4. API kiểm tra tính hợp lệ, tên duy nhất và các ràng buộc tài khoản liên quan.</a:t>
            </a:r>
          </a:p>
          <a:p xmlns:a="http://schemas.openxmlformats.org/drawingml/2006/main">
            <a:r>
              <a:t>5. Lưu thay đổi phù hợp, trả kết quả và tải lại danh sách.</a:t>
            </a:r>
          </a:p>
          <a:p xmlns:a="http://schemas.openxmlformats.org/drawingml/2006/main">
            <a:r>
              <a:t>Ngoại lệ:</a:t>
            </a:r>
          </a:p>
          <a:p xmlns:a="http://schemas.openxmlformats.org/drawingml/2006/main">
            <a:r>
              <a:t>A1 Tên trùng hoặc thiếu trường: Không lưu, báo lỗi cụ thể để sửa.</a:t>
            </a:r>
          </a:p>
          <a:p xmlns:a="http://schemas.openxmlformats.org/drawingml/2006/main">
            <a:r>
              <a:t>A2 Xóa tài khoản Admin hiện tại: Từ chối với thông báo không thể xóa tài khoản đang hoạt động.</a:t>
            </a:r>
          </a:p>
          <a:p xmlns:a="http://schemas.openxmlformats.org/drawingml/2006/main">
            <a:r>
              <a:t>A3 Tài khoản đã gắn đơn: Đề xuất từ chối xóa vật lý, giữ toàn vẹn tham chiếu; nếu có cơ chế khóa thì dùng chính sách khóa.</a:t>
            </a:r>
          </a:p>
          <a:p xmlns:a="http://schemas.openxmlformats.org/drawingml/2006/main">
            <a:r>
              <a:t>A4 Không có quyền hoặc dữ liệu bị đổi: Từ chối hoặc báo xung đột, không ghi đè im lặng.</a:t>
            </a:r>
          </a:p>
          <a:p xmlns:a="http://schemas.openxmlformats.org/drawingml/2006/main">
            <a:r>
              <a:t>Hậu điều kiện:</a:t>
            </a:r>
          </a:p>
          <a:p xmlns:a="http://schemas.openxmlformats.org/drawingml/2006/main">
            <a:r>
              <a:t>Thông tin và quyền cập nhật đúng khi lưu thành công.</a:t>
            </a:r>
          </a:p>
          <a:p xmlns:a="http://schemas.openxmlformats.org/drawingml/2006/main">
            <a:r>
              <a:t>Không làm mất tham chiếu lịch sử đơn hoặc lộ hash mật khẩu.</a:t>
            </a:r>
          </a:p>
          <a:p xmlns:a="http://schemas.openxmlformats.org/drawingml/2006/main">
            <a:r>
              <a:t>Quy tắc:</a:t>
            </a:r>
          </a:p>
          <a:p xmlns:a="http://schemas.openxmlformats.org/drawingml/2006/main">
            <a:r>
              <a:t>Customer không được gọi API quản trị thành công dù tự mở màn hình hay sửa request.</a:t>
            </a:r>
          </a:p>
          <a:p xmlns:a="http://schemas.openxmlformats.org/drawingml/2006/main">
            <a:r>
              <a:t>Danh sách không trả mật khẩu hoặc giá trị băm.</a:t>
            </a:r>
          </a:p>
          <a:p xmlns:a="http://schemas.openxmlformats.org/drawingml/2006/main">
            <a:r>
              <a:t>Chặn hạ/xóa Admin cuối cùng là tiêu chí bảo vệ bổ sung đề xuất.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UC_DTBM_014 Thống kê doanh thu</a:t>
            </a:r>
          </a:p>
          <a:p xmlns:a="http://schemas.openxmlformats.org/drawingml/2006/main">
            <a:r>
              <a:t>Mục tiêu: Theo dõi doanh thu, số đơn và sản phẩm sắp hết hàng theo tiêu chí rõ ràng.</a:t>
            </a:r>
          </a:p>
          <a:p xmlns:a="http://schemas.openxmlformats.org/drawingml/2006/main">
            <a:r>
              <a:t>Tác nhân: Admin</a:t>
            </a:r>
          </a:p>
          <a:p xmlns:a="http://schemas.openxmlformats.org/drawingml/2006/main">
            <a:r>
              <a:t>Kích hoạt: Admin mở Live Dashboard hoặc áp dụng kỳ báo cáo.</a:t>
            </a:r>
          </a:p>
          <a:p xmlns:a="http://schemas.openxmlformats.org/drawingml/2006/main">
            <a:r>
              <a:t>Tiền điều kiện:</a:t>
            </a:r>
          </a:p>
          <a:p xmlns:a="http://schemas.openxmlformats.org/drawingml/2006/main">
            <a:r>
              <a:t>1. Đã xác thực quyền Admin.</a:t>
            </a:r>
          </a:p>
          <a:p xmlns:a="http://schemas.openxmlformats.org/drawingml/2006/main">
            <a:r>
              <a:t>2. Có định nghĩa kỳ và tiêu chí tổng hợp thống nhất.</a:t>
            </a:r>
          </a:p>
          <a:p xmlns:a="http://schemas.openxmlformats.org/drawingml/2006/main">
            <a:r>
              <a:t>Luồng chính:</a:t>
            </a:r>
          </a:p>
          <a:p xmlns:a="http://schemas.openxmlformats.org/drawingml/2006/main">
            <a:r>
              <a:t>1. Hiển thị từ ngày, đến ngày và thời điểm cập nhật dữ liệu.</a:t>
            </a:r>
          </a:p>
          <a:p xmlns:a="http://schemas.openxmlformats.org/drawingml/2006/main">
            <a:r>
              <a:t>2. Admin chọn kỳ hợp lệ rồi tải báo cáo.</a:t>
            </a:r>
          </a:p>
          <a:p xmlns:a="http://schemas.openxmlformats.org/drawingml/2006/main">
            <a:r>
              <a:t>3. API xác định các mốc thời gian và tập đơn theo từng chỉ tiêu.</a:t>
            </a:r>
          </a:p>
          <a:p xmlns:a="http://schemas.openxmlformats.org/drawingml/2006/main">
            <a:r>
              <a:t>4. Đề xuất tính doanh thu thực nhận bằng tổng Quantity × UnitPrice của đơn Hoàn thành theo CompletedAt.</a:t>
            </a:r>
          </a:p>
          <a:p xmlns:a="http://schemas.openxmlformats.org/drawingml/2006/main">
            <a:r>
              <a:t>5. Hiển thị tổng đơn theo ngày đặt, số đơn chờ và cảnh báo tồn thấp theo ngưỡng công bố.</a:t>
            </a:r>
          </a:p>
          <a:p xmlns:a="http://schemas.openxmlformats.org/drawingml/2006/main">
            <a:r>
              <a:t>6. Làm mới để lấy kết quả từ dữ liệu hiện tại; mỗi chỉ tiêu giữ nhãn và cách tính rõ ràng.</a:t>
            </a:r>
          </a:p>
          <a:p xmlns:a="http://schemas.openxmlformats.org/drawingml/2006/main">
            <a:r>
              <a:t>Ngoại lệ:</a:t>
            </a:r>
          </a:p>
          <a:p xmlns:a="http://schemas.openxmlformats.org/drawingml/2006/main">
            <a:r>
              <a:t>A1 Từ ngày lớn hơn đến ngày: Không chạy báo cáo, yêu cầu sửa khoảng thời gian.</a:t>
            </a:r>
          </a:p>
          <a:p xmlns:a="http://schemas.openxmlformats.org/drawingml/2006/main">
            <a:r>
              <a:t>A2 Không có dữ liệu: Hiển thị giá trị 0 và trạng thái không có dữ liệu, phân biệt với lỗi tải.</a:t>
            </a:r>
          </a:p>
          <a:p xmlns:a="http://schemas.openxmlformats.org/drawingml/2006/main">
            <a:r>
              <a:t>A3 API lỗi hoặc thiếu mốc hoàn thành: Thông báo chưa có kết quả đáng tin cậy; không mặc định coi lỗi thành doanh thu bằng 0.</a:t>
            </a:r>
          </a:p>
          <a:p xmlns:a="http://schemas.openxmlformats.org/drawingml/2006/main">
            <a:r>
              <a:t>Hậu điều kiện:</a:t>
            </a:r>
          </a:p>
          <a:p xmlns:a="http://schemas.openxmlformats.org/drawingml/2006/main">
            <a:r>
              <a:t>Admin nhận kết quả đúng kỳ và công thức đã công bố.</a:t>
            </a:r>
          </a:p>
          <a:p xmlns:a="http://schemas.openxmlformats.org/drawingml/2006/main">
            <a:r>
              <a:t>Không sửa đơn hoặc tồn bằng thao tác xem báo cáo.</a:t>
            </a:r>
          </a:p>
          <a:p xmlns:a="http://schemas.openxmlformats.org/drawingml/2006/main">
            <a:r>
              <a:t>Quy tắc:</a:t>
            </a:r>
          </a:p>
          <a:p xmlns:a="http://schemas.openxmlformats.org/drawingml/2006/main">
            <a:r>
              <a:t>Quy tắc doanh thu trên là bổ sung đề xuất để giải quyết cách diễn đạt đơn hợp lệ không bị hủy trong nguồn.</a:t>
            </a:r>
          </a:p>
          <a:p xmlns:a="http://schemas.openxmlformats.org/drawingml/2006/main">
            <a:r>
              <a:t>Doanh thu lọc CompletedAt; tổng đơn lọc CreatedAt và phải ghi nhãn riêng.</a:t>
            </a:r>
          </a:p>
          <a:p xmlns:a="http://schemas.openxmlformats.org/drawingml/2006/main">
            <a:r>
              <a:t>Khoảng ngày quy đổi theo múi giờ sử dụng, lấy từ đầu ngày bắt đầu đến trước đầu ngày kế tiếp sau ngày kết thúc.</a:t>
            </a:r>
          </a:p>
          <a:p xmlns:a="http://schemas.openxmlformats.org/drawingml/2006/main">
            <a:r>
              <a:t/>
            </a:r>
          </a:p>
          <a:p xmlns:a="http://schemas.openxmlformats.org/drawingml/2006/main">
            <a:r>
              <a:t>UC_DTBM_009 Hướng dẫn sử dụng</a:t>
            </a:r>
          </a:p>
          <a:p xmlns:a="http://schemas.openxmlformats.org/drawingml/2006/main">
            <a:r>
              <a:t>Mục tiêu: Giúp người dùng thực hiện đúng luồng mua và biết điều kiện hủy.</a:t>
            </a:r>
          </a:p>
          <a:p xmlns:a="http://schemas.openxmlformats.org/drawingml/2006/main">
            <a:r>
              <a:t>Tác nhân: Guest, Customer</a:t>
            </a:r>
          </a:p>
          <a:p xmlns:a="http://schemas.openxmlformats.org/drawingml/2006/main">
            <a:r>
              <a:t>Kích hoạt: Mở mục Hướng dẫn hoặc liên kết Trợ giúp trên website.</a:t>
            </a:r>
          </a:p>
          <a:p xmlns:a="http://schemas.openxmlformats.org/drawingml/2006/main">
            <a:r>
              <a:t>Tiền điều kiện:</a:t>
            </a:r>
          </a:p>
          <a:p xmlns:a="http://schemas.openxmlformats.org/drawingml/2006/main">
            <a:r>
              <a:t>1. Trang hướng dẫn có nội dung công bố cho người dùng.</a:t>
            </a:r>
          </a:p>
          <a:p xmlns:a="http://schemas.openxmlformats.org/drawingml/2006/main">
            <a:r>
              <a:t>Luồng chính:</a:t>
            </a:r>
          </a:p>
          <a:p xmlns:a="http://schemas.openxmlformats.org/drawingml/2006/main">
            <a:r>
              <a:t>1. Hiển thị các chủ đề tìm kiếm, chi tiết, giỏ, đặt COD, theo dõi và hủy.</a:t>
            </a:r>
          </a:p>
          <a:p xmlns:a="http://schemas.openxmlformats.org/drawingml/2006/main">
            <a:r>
              <a:t>2. Người dùng chọn một chủ đề.</a:t>
            </a:r>
          </a:p>
          <a:p xmlns:a="http://schemas.openxmlformats.org/drawingml/2006/main">
            <a:r>
              <a:t>3. Trình bày thao tác từng bước, dữ liệu cần nhập và các trường hợp thường gặp.</a:t>
            </a:r>
          </a:p>
          <a:p xmlns:a="http://schemas.openxmlformats.org/drawingml/2006/main">
            <a:r>
              <a:t>4. Liên kết tới màn hình liên quan, vẫn áp dụng kiểm tra phiên và quyền tại đó.</a:t>
            </a:r>
          </a:p>
          <a:p xmlns:a="http://schemas.openxmlformats.org/drawingml/2006/main">
            <a:r>
              <a:t>Ngoại lệ:</a:t>
            </a:r>
          </a:p>
          <a:p xmlns:a="http://schemas.openxmlformats.org/drawingml/2006/main">
            <a:r>
              <a:t>A1 Chủ đề không tồn tại: Quay lại danh mục hướng dẫn thay vì hiện trang trống.</a:t>
            </a:r>
          </a:p>
          <a:p xmlns:a="http://schemas.openxmlformats.org/drawingml/2006/main">
            <a:r>
              <a:t>A2 Mở tính năng cần đăng nhập: Yêu cầu đăng nhập theo quyền thông thường, không bỏ qua xác thực.</a:t>
            </a:r>
          </a:p>
          <a:p xmlns:a="http://schemas.openxmlformats.org/drawingml/2006/main">
            <a:r>
              <a:t>Hậu điều kiện:</a:t>
            </a:r>
          </a:p>
          <a:p xmlns:a="http://schemas.openxmlformats.org/drawingml/2006/main">
            <a:r>
              <a:t>Người dùng đọc được quy trình và đi tới chức năng phù hợp.</a:t>
            </a:r>
          </a:p>
          <a:p xmlns:a="http://schemas.openxmlformats.org/drawingml/2006/main">
            <a:r>
              <a:t>Không tạo hoặc thay đổi đơn chỉ bằng việc đọc hướng dẫn.</a:t>
            </a:r>
          </a:p>
          <a:p xmlns:a="http://schemas.openxmlformats.org/drawingml/2006/main">
            <a:r>
              <a:t>Quy tắc:</a:t>
            </a:r>
          </a:p>
          <a:p xmlns:a="http://schemas.openxmlformats.org/drawingml/2006/main">
            <a:r>
              <a:t>Nội dung phải khớp chính sách trạng thái và điều kiện hủy đang áp dụng.</a:t>
            </a:r>
          </a:p>
          <a:p xmlns:a="http://schemas.openxmlformats.org/drawingml/2006/main">
            <a:r>
              <a:t>Không đưa hướng dẫn cho chức năng ngoài phạm vi như bảo hành hoặc nhập hàng vào nhóm tính năng đã có.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US01 Là Guest hoặc Customer, tôi muốn tìm máy tính theo tên để nhanh chóng chọn được sản phẩm cần xem.</a:t>
            </a:r>
          </a:p>
          <a:p xmlns:a="http://schemas.openxmlformats.org/drawingml/2006/main">
            <a:r>
              <a:t>Use case: 4</a:t>
            </a:r>
          </a:p>
          <a:p xmlns:a="http://schemas.openxmlformats.org/drawingml/2006/main">
            <a:r>
              <a:t>Khi nhập từ khóa, danh sách chỉ hiển thị sản phẩm phù hợp, không phân biệt chữ hoa, chữ thường và dấu tiếng Việt.</a:t>
            </a:r>
          </a:p>
          <a:p xmlns:a="http://schemas.openxmlformats.org/drawingml/2006/main">
            <a:r>
              <a:t>Khi nhập từ hai ký tự, hệ thống hiển thị tối đa năm gợi ý phù hợp.</a:t>
            </a:r>
          </a:p>
          <a:p xmlns:a="http://schemas.openxmlformats.org/drawingml/2006/main">
            <a:r>
              <a:t>Khi không tìm thấy sản phẩm, hệ thống thông báo không có kết quả và cho phép thay từ khóa.</a:t>
            </a:r>
          </a:p>
          <a:p xmlns:a="http://schemas.openxmlformats.org/drawingml/2006/main">
            <a:r>
              <a:t/>
            </a:r>
          </a:p>
          <a:p xmlns:a="http://schemas.openxmlformats.org/drawingml/2006/main">
            <a:r>
              <a:t>US02 Là Guest hoặc Customer, tôi muốn lọc và sắp xếp danh sách máy tính để so sánh các sản phẩm phù hợp ngân sách.</a:t>
            </a:r>
          </a:p>
          <a:p xmlns:a="http://schemas.openxmlformats.org/drawingml/2006/main">
            <a:r>
              <a:t>Use case: 4</a:t>
            </a:r>
          </a:p>
          <a:p xmlns:a="http://schemas.openxmlformats.org/drawingml/2006/main">
            <a:r>
              <a:t>Khi lọc theo danh mục hoặc khoảng giá, danh sách chỉ giữ sản phẩm thỏa điều kiện đã chọn.</a:t>
            </a:r>
          </a:p>
          <a:p xmlns:a="http://schemas.openxmlformats.org/drawingml/2006/main">
            <a:r>
              <a:t>Khi chọn sắp xếp tăng hoặc giảm theo tên hay giá, danh sách tuân theo thứ tự đó.</a:t>
            </a:r>
          </a:p>
          <a:p xmlns:a="http://schemas.openxmlformats.org/drawingml/2006/main">
            <a:r>
              <a:t>Khi cùng tìm kiếm, lọc và sắp xếp, kết quả áp dụng đồng thời mọi điều kiện.</a:t>
            </a:r>
          </a:p>
          <a:p xmlns:a="http://schemas.openxmlformats.org/drawingml/2006/main">
            <a:r>
              <a:t/>
            </a:r>
          </a:p>
          <a:p xmlns:a="http://schemas.openxmlformats.org/drawingml/2006/main">
            <a:r>
              <a:t>US03 Là Guest hoặc Customer, tôi muốn xem chi tiết một máy tính để đánh giá cấu hình trước khi mua.</a:t>
            </a:r>
          </a:p>
          <a:p xmlns:a="http://schemas.openxmlformats.org/drawingml/2006/main">
            <a:r>
              <a:t>Use case: 13</a:t>
            </a:r>
          </a:p>
          <a:p xmlns:a="http://schemas.openxmlformats.org/drawingml/2006/main">
            <a:r>
              <a:t>Khi mở chi tiết, hệ thống hiển thị tên, mô tả, CPU, RAM, VGA, SSD, giá và số lượng còn bán.</a:t>
            </a:r>
          </a:p>
          <a:p xmlns:a="http://schemas.openxmlformats.org/drawingml/2006/main">
            <a:r>
              <a:t>Khi sản phẩm còn hàng và số lượng chọn hợp lệ, tôi có thể thêm sản phẩm vào giỏ.</a:t>
            </a:r>
          </a:p>
          <a:p xmlns:a="http://schemas.openxmlformats.org/drawingml/2006/main">
            <a:r>
              <a:t>Khi sản phẩm hết hàng hoặc không còn tồn tại, hệ thống thông báo và không cho đặt sản phẩm đó.</a:t>
            </a:r>
          </a:p>
          <a:p xmlns:a="http://schemas.openxmlformats.org/drawingml/2006/main">
            <a:r>
              <a:t/>
            </a:r>
          </a:p>
          <a:p xmlns:a="http://schemas.openxmlformats.org/drawingml/2006/main">
            <a:r>
              <a:t>US12 Là Admin, tôi muốn thêm máy tính mới vào danh mục để đưa sản phẩm hợp lệ lên bán.</a:t>
            </a:r>
          </a:p>
          <a:p xmlns:a="http://schemas.openxmlformats.org/drawingml/2006/main">
            <a:r>
              <a:t>Use case: 12</a:t>
            </a:r>
          </a:p>
          <a:p xmlns:a="http://schemas.openxmlformats.org/drawingml/2006/main">
            <a:r>
              <a:t>Khi thêm sản phẩm, tôi nhập tên, danh mục, cấu hình, giá bán và số lượng tồn.</a:t>
            </a:r>
          </a:p>
          <a:p xmlns:a="http://schemas.openxmlformats.org/drawingml/2006/main">
            <a:r>
              <a:t>Khi thiếu tên hoặc danh mục, hoặc giá hay tồn âm, hệ thống chỉ rõ lỗi và không lưu.</a:t>
            </a:r>
          </a:p>
          <a:p xmlns:a="http://schemas.openxmlformats.org/drawingml/2006/main">
            <a:r>
              <a:t>Khi lưu thành công, sản phẩm có mã riêng và có thể xuất hiện trong danh mục dùng chung của Web và Desktop.</a:t>
            </a:r>
          </a:p>
          <a:p xmlns:a="http://schemas.openxmlformats.org/drawingml/2006/main">
            <a:r>
              <a:t/>
            </a:r>
          </a:p>
          <a:p xmlns:a="http://schemas.openxmlformats.org/drawingml/2006/main">
            <a:r>
              <a:t>US13 Là Admin, tôi muốn sửa thông tin và giá bán của máy tính để cập nhật sản phẩm đang kinh doanh.</a:t>
            </a:r>
          </a:p>
          <a:p xmlns:a="http://schemas.openxmlformats.org/drawingml/2006/main">
            <a:r>
              <a:t>Use case: 12</a:t>
            </a:r>
          </a:p>
          <a:p xmlns:a="http://schemas.openxmlformats.org/drawingml/2006/main">
            <a:r>
              <a:t>Khi mở sản phẩm, hệ thống hiển thị dữ liệu hiện tại để tôi sửa cấu hình, mô tả và giá.</a:t>
            </a:r>
          </a:p>
          <a:p xmlns:a="http://schemas.openxmlformats.org/drawingml/2006/main">
            <a:r>
              <a:t>Khi giá mới hợp lệ được lưu, danh mục dùng giá mới nhưng đơn hàng cũ vẫn giữ đơn giá lúc mua.</a:t>
            </a:r>
          </a:p>
          <a:p xmlns:a="http://schemas.openxmlformats.org/drawingml/2006/main">
            <a:r>
              <a:t>Khi dữ liệu đã được người khác thay đổi, hệ thống yêu cầu tải lại thay vì ghi đè âm thầm.</a:t>
            </a:r>
          </a:p>
          <a:p xmlns:a="http://schemas.openxmlformats.org/drawingml/2006/main">
            <a:r>
              <a:t/>
            </a:r>
          </a:p>
          <a:p xmlns:a="http://schemas.openxmlformats.org/drawingml/2006/main">
            <a:r>
              <a:t>US14 Là Admin, tôi muốn điều chỉnh tồn và xóa sản phẩm đủ điều kiện để duy trì danh mục và số lượng chính xác.</a:t>
            </a:r>
          </a:p>
          <a:p xmlns:a="http://schemas.openxmlformats.org/drawingml/2006/main">
            <a:r>
              <a:t>Use case: 12</a:t>
            </a:r>
          </a:p>
          <a:p xmlns:a="http://schemas.openxmlformats.org/drawingml/2006/main">
            <a:r>
              <a:t>Khi cập nhật tồn, hệ thống chỉ chấp nhận số nguyên không âm và kiểm tra dữ liệu hiện tại.</a:t>
            </a:r>
          </a:p>
          <a:p xmlns:a="http://schemas.openxmlformats.org/drawingml/2006/main">
            <a:r>
              <a:t>Khi xóa sản phẩm chưa có trong đơn hàng, hệ thống yêu cầu xác nhận trước khi thực hiện.</a:t>
            </a:r>
          </a:p>
          <a:p xmlns:a="http://schemas.openxmlformats.org/drawingml/2006/main">
            <a:r>
              <a:t>Khi sản phẩm đã có trong chi tiết đơn, hệ thống từ chối xóa để giữ lịch sử mua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US04 Là Guest hoặc Customer, tôi muốn thêm, sửa số lượng và bỏ sản phẩm trong giỏ để chuẩn bị danh sách hàng cần mua.</a:t>
            </a:r>
          </a:p>
          <a:p xmlns:a="http://schemas.openxmlformats.org/drawingml/2006/main">
            <a:r>
              <a:t>Use case: 5, 13</a:t>
            </a:r>
          </a:p>
          <a:p xmlns:a="http://schemas.openxmlformats.org/drawingml/2006/main">
            <a:r>
              <a:t>Khi thêm sản phẩm từ danh sách hoặc trang chi tiết, giỏ cập nhật dòng hàng và tổng tạm tính; thao tác này chưa trừ tồn kho.</a:t>
            </a:r>
          </a:p>
          <a:p xmlns:a="http://schemas.openxmlformats.org/drawingml/2006/main">
            <a:r>
              <a:t>Khi đổi số lượng thành một số nguyên dương hợp lệ hoặc bỏ sản phẩm, tổng giỏ được tính lại.</a:t>
            </a:r>
          </a:p>
          <a:p xmlns:a="http://schemas.openxmlformats.org/drawingml/2006/main">
            <a:r>
              <a:t>Khi giỏ không còn sản phẩm, hệ thống hiển thị giỏ rỗng và không cho xác nhận đặt hàng.</a:t>
            </a:r>
          </a:p>
          <a:p xmlns:a="http://schemas.openxmlformats.org/drawingml/2006/main">
            <a:r>
              <a:t/>
            </a:r>
          </a:p>
          <a:p xmlns:a="http://schemas.openxmlformats.org/drawingml/2006/main">
            <a:r>
              <a:t>US05 Là Guest hoặc Customer, tôi muốn nhập thông tin nhận hàng và chọn COD để cửa hàng giao hàng đúng người nhận.</a:t>
            </a:r>
          </a:p>
          <a:p xmlns:a="http://schemas.openxmlformats.org/drawingml/2006/main">
            <a:r>
              <a:t>Use case: 5</a:t>
            </a:r>
          </a:p>
          <a:p xmlns:a="http://schemas.openxmlformats.org/drawingml/2006/main">
            <a:r>
              <a:t>Khi đặt hàng, tôi phải cung cấp họ tên, số điện thoại mười chữ số và địa chỉ nhận hàng.</a:t>
            </a:r>
          </a:p>
          <a:p xmlns:a="http://schemas.openxmlformats.org/drawingml/2006/main">
            <a:r>
              <a:t>Khi thông tin thiếu hoặc sai định dạng, hệ thống chỉ rõ trường cần sửa và không tạo đơn.</a:t>
            </a:r>
          </a:p>
          <a:p xmlns:a="http://schemas.openxmlformats.org/drawingml/2006/main">
            <a:r>
              <a:t>Khi thông tin hợp lệ, tôi được xem lại người nhận, các dòng hàng, tổng tiền và phương thức COD trước khi xác nhận.</a:t>
            </a:r>
          </a:p>
          <a:p xmlns:a="http://schemas.openxmlformats.org/drawingml/2006/main">
            <a:r>
              <a:t/>
            </a:r>
          </a:p>
          <a:p xmlns:a="http://schemas.openxmlformats.org/drawingml/2006/main">
            <a:r>
              <a:t>US06 Là Guest hoặc Customer, tôi muốn xác nhận đặt hàng và nhận mã đơn để biết giao dịch mua đã được ghi nhận.</a:t>
            </a:r>
          </a:p>
          <a:p xmlns:a="http://schemas.openxmlformats.org/drawingml/2006/main">
            <a:r>
              <a:t>Use case: 5, 15</a:t>
            </a:r>
          </a:p>
          <a:p xmlns:a="http://schemas.openxmlformats.org/drawingml/2006/main">
            <a:r>
              <a:t>Khi xác nhận giỏ hợp lệ và còn đủ hàng, hệ thống tạo đơn Chờ xử lý, lưu đơn giá lúc mua và giảm tồn tương ứng.</a:t>
            </a:r>
          </a:p>
          <a:p xmlns:a="http://schemas.openxmlformats.org/drawingml/2006/main">
            <a:r>
              <a:t>Khi giá hoặc số lượng khả dụng đã thay đổi, hệ thống kiểm tra lại và thông báo trước khi chấp nhận đơn.</a:t>
            </a:r>
          </a:p>
          <a:p xmlns:a="http://schemas.openxmlformats.org/drawingml/2006/main">
            <a:r>
              <a:t>Khi bất kỳ bước lưu đơn hoặc cập nhật kho thất bại, đơn không được tạo dở dang, tồn không đổi và giỏ vẫn được giữ.</a:t>
            </a:r>
          </a:p>
          <a:p xmlns:a="http://schemas.openxmlformats.org/drawingml/2006/main">
            <a:r>
              <a:t/>
            </a:r>
          </a:p>
          <a:p xmlns:a="http://schemas.openxmlformats.org/drawingml/2006/main">
            <a:r>
              <a:t>US07 Là Guest, tôi muốn đặt hàng mà không cần tạo tài khoản để hoàn tất mua bằng thông tin người nhận.</a:t>
            </a:r>
          </a:p>
          <a:p xmlns:a="http://schemas.openxmlformats.org/drawingml/2006/main">
            <a:r>
              <a:t>Use case: 5, 15</a:t>
            </a:r>
          </a:p>
          <a:p xmlns:a="http://schemas.openxmlformats.org/drawingml/2006/main">
            <a:r>
              <a:t>Khi chưa đăng nhập, tôi vẫn có thể dùng giỏ, nhập thông tin người nhận và đặt COD.</a:t>
            </a:r>
          </a:p>
          <a:p xmlns:a="http://schemas.openxmlformats.org/drawingml/2006/main">
            <a:r>
              <a:t>Khi đơn được ghi thành công, hệ thống hiển thị mã đơn và thông tin xác nhận mà không bắt đăng ký.</a:t>
            </a:r>
          </a:p>
          <a:p xmlns:a="http://schemas.openxmlformats.org/drawingml/2006/main">
            <a:r>
              <a:t>Khi đơn của Guest được lưu, hệ thống không tự gán đơn cho tài khoản khác hoặc cấp quyền xem lịch sử tài khoản.</a:t>
            </a:r>
          </a:p>
          <a:p xmlns:a="http://schemas.openxmlformats.org/drawingml/2006/main">
            <a:r>
              <a:t/>
            </a:r>
          </a:p>
          <a:p xmlns:a="http://schemas.openxmlformats.org/drawingml/2006/main">
            <a:r>
              <a:t>US22 Là Guest hoặc Customer, tôi muốn nhận một kết quả đặt hàng chính xác khi gửi lại để tránh đơn trùng và mua vượt số hàng còn lại.</a:t>
            </a:r>
          </a:p>
          <a:p xmlns:a="http://schemas.openxmlformats.org/drawingml/2006/main">
            <a:r>
              <a:t>Use case: 5, 15</a:t>
            </a:r>
          </a:p>
          <a:p xmlns:a="http://schemas.openxmlformats.org/drawingml/2006/main">
            <a:r>
              <a:t>Khi gửi lại cùng một lần xác nhận đặt hàng, hệ thống trả lại kết quả đã ghi nhận và không tạo đơn hoặc trừ kho thêm.</a:t>
            </a:r>
          </a:p>
          <a:p xmlns:a="http://schemas.openxmlformats.org/drawingml/2006/main">
            <a:r>
              <a:t>Khi hai người cùng mua sản phẩm cuối cùng, tối đa một đơn được chấp nhận; người còn lại được thông báo hết hàng.</a:t>
            </a:r>
          </a:p>
          <a:p xmlns:a="http://schemas.openxmlformats.org/drawingml/2006/main">
            <a:r>
              <a:t>Khi lưu đơn gặp lỗi, hệ thống không để tồn âm hoặc giữ lại một phần chi tiết đơn.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US08 Là Customer, tôi muốn xem tình trạng và lịch sử đơn của mình để theo dõi tiến độ và tra cứu lần mua trước.</a:t>
            </a:r>
          </a:p>
          <a:p xmlns:a="http://schemas.openxmlformats.org/drawingml/2006/main">
            <a:r>
              <a:t>Use case: 3, 8</a:t>
            </a:r>
          </a:p>
          <a:p xmlns:a="http://schemas.openxmlformats.org/drawingml/2006/main">
            <a:r>
              <a:t>Khi mở danh sách đơn, hệ thống chỉ hiển thị đơn gắn với tài khoản đang đăng nhập.</a:t>
            </a:r>
          </a:p>
          <a:p xmlns:a="http://schemas.openxmlformats.org/drawingml/2006/main">
            <a:r>
              <a:t>Khi xem một đơn, tôi thấy trạng thái hiện tại, sản phẩm, số lượng, đơn giá lúc mua và tổng tiền.</a:t>
            </a:r>
          </a:p>
          <a:p xmlns:a="http://schemas.openxmlformats.org/drawingml/2006/main">
            <a:r>
              <a:t>Khi đơn đã hủy hoặc đã hoàn thành, đơn vẫn xuất hiện trong lịch sử với đúng trạng thái kết thúc.</a:t>
            </a:r>
          </a:p>
          <a:p xmlns:a="http://schemas.openxmlformats.org/drawingml/2006/main">
            <a:r>
              <a:t/>
            </a:r>
          </a:p>
          <a:p xmlns:a="http://schemas.openxmlformats.org/drawingml/2006/main">
            <a:r>
              <a:t>US09 Là Customer, tôi muốn hủy đơn của mình khi còn đủ điều kiện để dừng một giao dịch không còn nhu cầu.</a:t>
            </a:r>
          </a:p>
          <a:p xmlns:a="http://schemas.openxmlformats.org/drawingml/2006/main">
            <a:r>
              <a:t>Use case: 6, 16</a:t>
            </a:r>
          </a:p>
          <a:p xmlns:a="http://schemas.openxmlformats.org/drawingml/2006/main">
            <a:r>
              <a:t>Khi đơn của tôi đang Chờ xử lý hoặc Đã duyệt, hệ thống cho phép yêu cầu và xác nhận hủy theo chính sách đề xuất.</a:t>
            </a:r>
          </a:p>
          <a:p xmlns:a="http://schemas.openxmlformats.org/drawingml/2006/main">
            <a:r>
              <a:t>Khi hủy thành công, đơn chuyển sang Đã hủy và toàn bộ số lượng của đơn được hoàn kho một lần.</a:t>
            </a:r>
          </a:p>
          <a:p xmlns:a="http://schemas.openxmlformats.org/drawingml/2006/main">
            <a:r>
              <a:t>Khi đơn đã Đang giao, Hoàn thành hoặc không thuộc tôi, hệ thống từ chối hủy và giữ nguyên dữ liệu.</a:t>
            </a:r>
          </a:p>
          <a:p xmlns:a="http://schemas.openxmlformats.org/drawingml/2006/main">
            <a:r>
              <a:t/>
            </a:r>
          </a:p>
          <a:p xmlns:a="http://schemas.openxmlformats.org/drawingml/2006/main">
            <a:r>
              <a:t>US10 Là Admin, tôi muốn hủy một đơn còn đủ điều kiện để xử lý yêu cầu hủy và giữ đúng số lượng hàng.</a:t>
            </a:r>
          </a:p>
          <a:p xmlns:a="http://schemas.openxmlformats.org/drawingml/2006/main">
            <a:r>
              <a:t>Use case: 6, 16</a:t>
            </a:r>
          </a:p>
          <a:p xmlns:a="http://schemas.openxmlformats.org/drawingml/2006/main">
            <a:r>
              <a:t>Khi chọn đơn Chờ xử lý hoặc Đã duyệt, tôi có thể xem thông tin và xác nhận hủy theo chính sách đề xuất.</a:t>
            </a:r>
          </a:p>
          <a:p xmlns:a="http://schemas.openxmlformats.org/drawingml/2006/main">
            <a:r>
              <a:t>Khi hủy được chấp nhận, trạng thái và số lượng hoàn kho được ghi cùng một giao dịch.</a:t>
            </a:r>
          </a:p>
          <a:p xmlns:a="http://schemas.openxmlformats.org/drawingml/2006/main">
            <a:r>
              <a:t>Khi đơn đã hủy hoặc đã chuyển sang trạng thái không cho hủy, hệ thống không cộng kho thêm.</a:t>
            </a:r>
          </a:p>
          <a:p xmlns:a="http://schemas.openxmlformats.org/drawingml/2006/main">
            <a:r>
              <a:t/>
            </a:r>
          </a:p>
          <a:p xmlns:a="http://schemas.openxmlformats.org/drawingml/2006/main">
            <a:r>
              <a:t>US11 Là Admin, tôi muốn duyệt và cập nhật tiến độ đơn hàng để tổ chức giao hàng đúng quy trình.</a:t>
            </a:r>
          </a:p>
          <a:p xmlns:a="http://schemas.openxmlformats.org/drawingml/2006/main">
            <a:r>
              <a:t>Use case: 11</a:t>
            </a:r>
          </a:p>
          <a:p xmlns:a="http://schemas.openxmlformats.org/drawingml/2006/main">
            <a:r>
              <a:t>Khi xử lý đơn, tôi chuyển lần lượt từ Chờ xử lý sang Đã duyệt, Đang giao rồi Hoàn thành.</a:t>
            </a:r>
          </a:p>
          <a:p xmlns:a="http://schemas.openxmlformats.org/drawingml/2006/main">
            <a:r>
              <a:t>Khi duyệt, giao hoặc hoàn thành, hệ thống không trừ kho lần nữa vì kho đã giảm khi đặt hàng.</a:t>
            </a:r>
          </a:p>
          <a:p xmlns:a="http://schemas.openxmlformats.org/drawingml/2006/main">
            <a:r>
              <a:t>Khi đơn đã hủy hoặc hoàn thành, hệ thống từ chối chuyển ngược trạng thái kết thúc.</a:t>
            </a:r>
          </a:p>
          <a:p xmlns:a="http://schemas.openxmlformats.org/drawingml/2006/main">
            <a:r>
              <a:t/>
            </a:r>
          </a:p>
          <a:p xmlns:a="http://schemas.openxmlformats.org/drawingml/2006/main">
            <a:r>
              <a:t>US23 Là Admin, tôi muốn nhận kết quả xử lý theo trạng thái đơn mới nhất để tránh một đơn vừa hủy vừa được giao.</a:t>
            </a:r>
          </a:p>
          <a:p xmlns:a="http://schemas.openxmlformats.org/drawingml/2006/main">
            <a:r>
              <a:t>Use case: 6, 11, 16</a:t>
            </a:r>
          </a:p>
          <a:p xmlns:a="http://schemas.openxmlformats.org/drawingml/2006/main">
            <a:r>
              <a:t>Khi yêu cầu hủy và chuyển giao xảy ra đồng thời, chỉ một cập nhật hợp lệ được chấp nhận.</a:t>
            </a:r>
          </a:p>
          <a:p xmlns:a="http://schemas.openxmlformats.org/drawingml/2006/main">
            <a:r>
              <a:t>Khi dữ liệu tôi đang xem đã cũ, hệ thống thông báo xung đột và yêu cầu tải lại trạng thái.</a:t>
            </a:r>
          </a:p>
          <a:p xmlns:a="http://schemas.openxmlformats.org/drawingml/2006/main">
            <a:r>
              <a:t>Khi yêu cầu hủy được gửi lại, hệ thống giữ Đã hủy và không hoàn kho thêm lần nữa.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US15 Là Guest, tôi muốn đăng ký tài khoản Customer để quản lý các đơn hàng gắn với tài khoản.</a:t>
            </a:r>
          </a:p>
          <a:p xmlns:a="http://schemas.openxmlformats.org/drawingml/2006/main">
            <a:r>
              <a:t>Use case: 7</a:t>
            </a:r>
          </a:p>
          <a:p xmlns:a="http://schemas.openxmlformats.org/drawingml/2006/main">
            <a:r>
              <a:t>Khi đăng ký, tôi cung cấp tên đăng nhập, mật khẩu và xác nhận mật khẩu hợp lệ.</a:t>
            </a:r>
          </a:p>
          <a:p xmlns:a="http://schemas.openxmlformats.org/drawingml/2006/main">
            <a:r>
              <a:t>Khi tên đã tồn tại hoặc xác nhận mật khẩu không khớp, hệ thống thông báo và không tạo tài khoản.</a:t>
            </a:r>
          </a:p>
          <a:p xmlns:a="http://schemas.openxmlformats.org/drawingml/2006/main">
            <a:r>
              <a:t>Khi đăng ký thành công, tài khoản nhận vai trò Customer; người đăng ký không thể tự chọn quyền Admin.</a:t>
            </a:r>
          </a:p>
          <a:p xmlns:a="http://schemas.openxmlformats.org/drawingml/2006/main">
            <a:r>
              <a:t/>
            </a:r>
          </a:p>
          <a:p xmlns:a="http://schemas.openxmlformats.org/drawingml/2006/main">
            <a:r>
              <a:t>US16 Là Customer hoặc Admin, tôi muốn đăng nhập hệ thống để sử dụng các chức năng đúng với vai trò của mình.</a:t>
            </a:r>
          </a:p>
          <a:p xmlns:a="http://schemas.openxmlformats.org/drawingml/2006/main">
            <a:r>
              <a:t>Use case: 1</a:t>
            </a:r>
          </a:p>
          <a:p xmlns:a="http://schemas.openxmlformats.org/drawingml/2006/main">
            <a:r>
              <a:t>Khi Customer đăng nhập hợp lệ trên Web, hệ thống đưa đến khu vực mua hàng và các chức năng cá nhân.</a:t>
            </a:r>
          </a:p>
          <a:p xmlns:a="http://schemas.openxmlformats.org/drawingml/2006/main">
            <a:r>
              <a:t>Khi Admin đăng nhập hợp lệ trên Desktop, hệ thống mở khu vực quản trị theo quyền được cấp.</a:t>
            </a:r>
          </a:p>
          <a:p xmlns:a="http://schemas.openxmlformats.org/drawingml/2006/main">
            <a:r>
              <a:t>Khi thông tin sai hoặc vai trò không phù hợp kênh sử dụng, hệ thống không cấp phiên truy cập trái quyền.</a:t>
            </a:r>
          </a:p>
          <a:p xmlns:a="http://schemas.openxmlformats.org/drawingml/2006/main">
            <a:r>
              <a:t/>
            </a:r>
          </a:p>
          <a:p xmlns:a="http://schemas.openxmlformats.org/drawingml/2006/main">
            <a:r>
              <a:t>US17 Là Customer hoặc Admin đã đăng nhập, tôi muốn đổi mật khẩu của mình để chủ động bảo vệ tài khoản.</a:t>
            </a:r>
          </a:p>
          <a:p xmlns:a="http://schemas.openxmlformats.org/drawingml/2006/main">
            <a:r>
              <a:t>Use case: 2</a:t>
            </a:r>
          </a:p>
          <a:p xmlns:a="http://schemas.openxmlformats.org/drawingml/2006/main">
            <a:r>
              <a:t>Khi đổi mật khẩu, tôi phải nhập mật khẩu hiện tại, mật khẩu mới và xác nhận khớp nhau.</a:t>
            </a:r>
          </a:p>
          <a:p xmlns:a="http://schemas.openxmlformats.org/drawingml/2006/main">
            <a:r>
              <a:t>Khi mật khẩu hiện tại sai hoặc dữ liệu mới không hợp lệ, hệ thống giữ nguyên mật khẩu đang dùng.</a:t>
            </a:r>
          </a:p>
          <a:p xmlns:a="http://schemas.openxmlformats.org/drawingml/2006/main">
            <a:r>
              <a:t>Khi thay đổi thành công, mật khẩu mới có hiệu lực và mật khẩu cũ không còn dùng để đăng nhập.</a:t>
            </a:r>
          </a:p>
          <a:p xmlns:a="http://schemas.openxmlformats.org/drawingml/2006/main">
            <a:r>
              <a:t/>
            </a:r>
          </a:p>
          <a:p xmlns:a="http://schemas.openxmlformats.org/drawingml/2006/main">
            <a:r>
              <a:t>US18 Là Admin, tôi muốn quản lý tài khoản và vai trò người dùng để phân công quyền sử dụng hệ thống.</a:t>
            </a:r>
          </a:p>
          <a:p xmlns:a="http://schemas.openxmlformats.org/drawingml/2006/main">
            <a:r>
              <a:t>Use case: 10</a:t>
            </a:r>
          </a:p>
          <a:p xmlns:a="http://schemas.openxmlformats.org/drawingml/2006/main">
            <a:r>
              <a:t>Khi vào quản lý người dùng, tôi xem danh sách và thực hiện các thao tác được cấp quyền mà không thấy mật khẩu.</a:t>
            </a:r>
          </a:p>
          <a:p xmlns:a="http://schemas.openxmlformats.org/drawingml/2006/main">
            <a:r>
              <a:t>Khi thay đổi vai trò, hệ thống kiểm tra quyền Admin và chỉ cho phép vai trò hợp lệ.</a:t>
            </a:r>
          </a:p>
          <a:p xmlns:a="http://schemas.openxmlformats.org/drawingml/2006/main">
            <a:r>
              <a:t>Khi xóa tài khoản Admin đang dùng, Admin cuối cùng hoặc người dùng đã có đơn, hệ thống áp dụng quy tắc bảo vệ và từ chối thao tác không hợp lệ.</a:t>
            </a:r>
          </a:p>
          <a:p xmlns:a="http://schemas.openxmlformats.org/drawingml/2006/main">
            <a:r>
              <a:t/>
            </a:r>
          </a:p>
          <a:p xmlns:a="http://schemas.openxmlformats.org/drawingml/2006/main">
            <a:r>
              <a:t>US24 Là Customer, tôi muốn giữ riêng thông tin tài khoản và đơn của mình để tránh truy cập hoặc thay đổi trái phép.</a:t>
            </a:r>
          </a:p>
          <a:p xmlns:a="http://schemas.openxmlformats.org/drawingml/2006/main">
            <a:r>
              <a:t>Use case: 3, 8, 10</a:t>
            </a:r>
          </a:p>
          <a:p xmlns:a="http://schemas.openxmlformats.org/drawingml/2006/main">
            <a:r>
              <a:t>Khi tôi yêu cầu đơn thuộc người khác, hệ thống từ chối và không trả thông tin người nhận hay chi tiết đơn.</a:t>
            </a:r>
          </a:p>
          <a:p xmlns:a="http://schemas.openxmlformats.org/drawingml/2006/main">
            <a:r>
              <a:t>Khi tài khoản Customer gọi chức năng quản trị hoặc tự đổi vai trò, hệ thống từ chối tại API.</a:t>
            </a:r>
          </a:p>
          <a:p xmlns:a="http://schemas.openxmlformats.org/drawingml/2006/main">
            <a:r>
              <a:t>Khi lịch sử tài khoản được hiển thị, hệ thống chỉ lấy dữ liệu của tài khoản đang được xác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cấu trúc Phan tich yeu cau nghiep vu.pptx của TS. Đỗ Như Tài. Nguồn nội dung: Use_Case.xlsx và Screen design.xlsx của nhóm, 26/10/2026. Thiết kế và tiêu chí bổ sung là đề xuất. Tham khảo https://vietnam-devs.github.io/coolstore-microservices/model-microservices/</a:t>
            </a:r>
          </a:p>
          <a:p xmlns:a="http://schemas.openxmlformats.org/drawingml/2006/main">
            <a:r>
              <a:t/>
            </a:r>
          </a:p>
          <a:p xmlns:a="http://schemas.openxmlformats.org/drawingml/2006/main">
            <a:r>
              <a:t>US19 Là Admin, tôi muốn xem doanh thu theo kỳ để đánh giá kết quả bán hàng đã hoàn tất.</a:t>
            </a:r>
          </a:p>
          <a:p xmlns:a="http://schemas.openxmlformats.org/drawingml/2006/main">
            <a:r>
              <a:t>Use case: 14</a:t>
            </a:r>
          </a:p>
          <a:p xmlns:a="http://schemas.openxmlformats.org/drawingml/2006/main">
            <a:r>
              <a:t>Khi chọn kỳ hợp lệ, báo cáo doanh thu thực nhận cộng các đơn Hoàn thành theo thời điểm hoàn thành, theo định nghĩa đề xuất.</a:t>
            </a:r>
          </a:p>
          <a:p xmlns:a="http://schemas.openxmlformats.org/drawingml/2006/main">
            <a:r>
              <a:t>Khi đơn còn chờ, đang giao hoặc đã hủy, giá trị của đơn không được cộng vào doanh thu thực nhận.</a:t>
            </a:r>
          </a:p>
          <a:p xmlns:a="http://schemas.openxmlformats.org/drawingml/2006/main">
            <a:r>
              <a:t>Khi kỳ không có dữ liệu, báo cáo hiển thị không phát sinh; khi tải lỗi, hệ thống thông báo lỗi thay vì hiển thị số không gây hiểu nhầm.</a:t>
            </a:r>
          </a:p>
          <a:p xmlns:a="http://schemas.openxmlformats.org/drawingml/2006/main">
            <a:r>
              <a:t/>
            </a:r>
          </a:p>
          <a:p xmlns:a="http://schemas.openxmlformats.org/drawingml/2006/main">
            <a:r>
              <a:t>US20 Là Admin, tôi muốn xem số đơn và sản phẩm sắp hết để ưu tiên xử lý đơn và bổ sung hàng.</a:t>
            </a:r>
          </a:p>
          <a:p xmlns:a="http://schemas.openxmlformats.org/drawingml/2006/main">
            <a:r>
              <a:t>Use case: 14</a:t>
            </a:r>
          </a:p>
          <a:p xmlns:a="http://schemas.openxmlformats.org/drawingml/2006/main">
            <a:r>
              <a:t>Khi chọn kỳ báo cáo, hệ thống hiển thị số đơn và giải thích trạng thái nào được tính.</a:t>
            </a:r>
          </a:p>
          <a:p xmlns:a="http://schemas.openxmlformats.org/drawingml/2006/main">
            <a:r>
              <a:t>Khi sản phẩm có tồn dưới ngưỡng cảnh báo được chọn, sản phẩm xuất hiện trong danh sách sắp hết.</a:t>
            </a:r>
          </a:p>
          <a:p xmlns:a="http://schemas.openxmlformats.org/drawingml/2006/main">
            <a:r>
              <a:t>Khi thay đổi kỳ hoặc ngưỡng cảnh báo, các số liệu và danh sách được cập nhật theo cùng điều kiện.</a:t>
            </a:r>
          </a:p>
          <a:p xmlns:a="http://schemas.openxmlformats.org/drawingml/2006/main">
            <a:r>
              <a:t/>
            </a:r>
          </a:p>
          <a:p xmlns:a="http://schemas.openxmlformats.org/drawingml/2006/main">
            <a:r>
              <a:t>US21 Là Guest hoặc Customer, tôi muốn đọc hướng dẫn sử dụng để biết cách mua hàng và điều kiện hủy đơn.</a:t>
            </a:r>
          </a:p>
          <a:p xmlns:a="http://schemas.openxmlformats.org/drawingml/2006/main">
            <a:r>
              <a:t>Use case: 9</a:t>
            </a:r>
          </a:p>
          <a:p xmlns:a="http://schemas.openxmlformats.org/drawingml/2006/main">
            <a:r>
              <a:t>Khi mở trợ giúp, tôi đọc được hướng dẫn tìm máy, dùng giỏ, nhập người nhận và đặt COD mà không cần đăng nhập.</a:t>
            </a:r>
          </a:p>
          <a:p xmlns:a="http://schemas.openxmlformats.org/drawingml/2006/main">
            <a:r>
              <a:t>Khi đọc hướng dẫn theo dõi hoặc hủy, nội dung giải thích quyền Customer và trạng thái đơn được phép hủy.</a:t>
            </a:r>
          </a:p>
          <a:p xmlns:a="http://schemas.openxmlformats.org/drawingml/2006/main">
            <a:r>
              <a:t>Khi chọn liên kết đến chức năng từ hướng dẫn, màn hình đích vẫn kiểm tra đăng nhập và quyền tương 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ff978457114c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aa627aa78a4c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81f6f98e254e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bc191fdeb54e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022fb8850344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68747b9dab45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459B82-464C-455E-A339-681EA0725114}"/>
              </a:ext>
            </a:extLst>
          </p:cNvPr>
          <p:cNvSpPr>
            <a:spLocks xmlns:a="http://schemas.openxmlformats.org/drawingml/2006/main" noGrp="1"/>
          </p:cNvSpPr>
          <p:nvPr>
            <p:ph type="title" idx="0"/>
          </p:nvPr>
        </p:nvSpPr>
        <p:spPr>
          <a:xfrm xmlns:a="http://schemas.openxmlformats.org/drawingml/2006/main">
            <a:off x="1219200" y="3454400"/>
            <a:ext cx="9753600" cy="132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8B0F1C-48A9-433E-8722-FC7A6952B068}"/>
              </a:ext>
            </a:extLst>
          </p:cNvPr>
          <p:cNvSpPr>
            <a:spLocks xmlns:a="http://schemas.openxmlformats.org/drawingml/2006/main" noGrp="1"/>
          </p:cNvSpPr>
          <p:nvPr>
            <p:ph type="subTitle" idx="1"/>
          </p:nvPr>
        </p:nvSpPr>
        <p:spPr>
          <a:xfrm xmlns:a="http://schemas.openxmlformats.org/drawingml/2006/main">
            <a:off x="1828800" y="5029200"/>
            <a:ext cx="8534400" cy="101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CA0F24-76AE-4B65-B53D-3379D3324596}"/>
              </a:ext>
            </a:extLst>
          </p:cNvPr>
          <p:cNvSpPr>
            <a:spLocks xmlns:a="http://schemas.openxmlformats.org/drawingml/2006/main" noGrp="1"/>
          </p:cNvSpPr>
          <p:nvPr>
            <p:ph type="title" idx="0"/>
          </p:nvPr>
        </p:nvSpPr>
        <p:spPr>
          <a:xfrm xmlns:a="http://schemas.openxmlformats.org/drawingml/2006/main">
            <a:off x="1219200" y="3810000"/>
            <a:ext cx="9753600" cy="15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BA841D-50BE-4A5A-8E31-0799B205ED29}"/>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9EC0FA-AD0B-48F8-92C6-25BA568E97C2}"/>
              </a:ext>
            </a:extLst>
          </p:cNvPr>
          <p:cNvSpPr>
            <a:spLocks xmlns:a="http://schemas.openxmlformats.org/drawingml/2006/main" noGrp="1"/>
          </p:cNvSpPr>
          <p:nvPr>
            <p:ph type="body" idx="1"/>
          </p:nvPr>
        </p:nvSpPr>
        <p:spPr>
          <a:xfrm xmlns:a="http://schemas.openxmlformats.org/drawingml/2006/main">
            <a:off x="685800" y="2540000"/>
            <a:ext cx="108204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485406-AC59-40C8-A170-7E80F26D3501}"/>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5763C0-3603-4DF0-AFB5-CD554E24B130}"/>
              </a:ext>
            </a:extLst>
          </p:cNvPr>
          <p:cNvSpPr>
            <a:spLocks xmlns:a="http://schemas.openxmlformats.org/drawingml/2006/main" noGrp="1"/>
          </p:cNvSpPr>
          <p:nvPr>
            <p:ph type="body" idx="1"/>
          </p:nvPr>
        </p:nvSpPr>
        <p:spPr>
          <a:xfrm xmlns:a="http://schemas.openxmlformats.org/drawingml/2006/main">
            <a:off x="6858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0FB35B-A4C3-4660-B3F2-A61960661621}"/>
              </a:ext>
            </a:extLst>
          </p:cNvPr>
          <p:cNvSpPr>
            <a:spLocks xmlns:a="http://schemas.openxmlformats.org/drawingml/2006/main" noGrp="1"/>
          </p:cNvSpPr>
          <p:nvPr>
            <p:ph type="body" idx="2"/>
          </p:nvPr>
        </p:nvSpPr>
        <p:spPr>
          <a:xfrm xmlns:a="http://schemas.openxmlformats.org/drawingml/2006/main">
            <a:off x="64770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53CBB6-F2A1-4A6E-854F-D32E7C063ABB}"/>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D745C4-402C-432B-9CB0-E07F5D0A7C40}"/>
              </a:ext>
            </a:extLst>
          </p:cNvPr>
          <p:cNvSpPr>
            <a:spLocks xmlns:a="http://schemas.openxmlformats.org/drawingml/2006/main" noGrp="1"/>
          </p:cNvSpPr>
          <p:nvPr>
            <p:ph type="body" idx="1"/>
          </p:nvPr>
        </p:nvSpPr>
        <p:spPr>
          <a:xfrm xmlns:a="http://schemas.openxmlformats.org/drawingml/2006/main">
            <a:off x="6858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a7c678458d4bed" /><Relationship Type="http://schemas.openxmlformats.org/officeDocument/2006/relationships/slideLayout" Target="/ppt/slideLayouts/slideLayout1.xml" Id="R0fe59d906a494622" /><Relationship Type="http://schemas.openxmlformats.org/officeDocument/2006/relationships/slideLayout" Target="/ppt/slideLayouts/slideLayout2.xml" Id="R08886c26d5894b60" /><Relationship Type="http://schemas.openxmlformats.org/officeDocument/2006/relationships/slideLayout" Target="/ppt/slideLayouts/slideLayout3.xml" Id="R8c30a88a7a4d4354" /><Relationship Type="http://schemas.openxmlformats.org/officeDocument/2006/relationships/slideLayout" Target="/ppt/slideLayouts/slideLayout4.xml" Id="R845ba60271314c78" /><Relationship Type="http://schemas.openxmlformats.org/officeDocument/2006/relationships/slideLayout" Target="/ppt/slideLayouts/slideLayout5.xml" Id="R7ca987e268fa41a5" /><Relationship Type="http://schemas.openxmlformats.org/officeDocument/2006/relationships/slideLayout" Target="/ppt/slideLayouts/slideLayout6.xml" Id="R96358c5ab268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e59d906a494622"/>
    <p:sldLayoutId xmlns:r="http://schemas.openxmlformats.org/officeDocument/2006/relationships" id="2147483650" r:id="R08886c26d5894b60"/>
    <p:sldLayoutId xmlns:r="http://schemas.openxmlformats.org/officeDocument/2006/relationships" id="2147483651" r:id="R8c30a88a7a4d4354"/>
    <p:sldLayoutId xmlns:r="http://schemas.openxmlformats.org/officeDocument/2006/relationships" id="2147483652" r:id="R845ba60271314c78"/>
    <p:sldLayoutId xmlns:r="http://schemas.openxmlformats.org/officeDocument/2006/relationships" id="2147483653" r:id="R7ca987e268fa41a5"/>
    <p:sldLayoutId xmlns:r="http://schemas.openxmlformats.org/officeDocument/2006/relationships" id="2147483654" r:id="R96358c5ab268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01f5a28adb4098" /><Relationship Type="http://schemas.openxmlformats.org/officeDocument/2006/relationships/notesSlide" Target="/ppt/notesSlides/notesSlide1.xml" Id="R853b683986e64c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02aa16dad442d9" /><Relationship Type="http://schemas.openxmlformats.org/officeDocument/2006/relationships/notesSlide" Target="/ppt/notesSlides/notesSlide2.xml" Id="Rba66b4d9c3fa45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ea3a358a274ff6" /><Relationship Type="http://schemas.openxmlformats.org/officeDocument/2006/relationships/notesSlide" Target="/ppt/notesSlides/notesSlide3.xml" Id="Rbc2d15f1a86c4e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450ae717d8415c" /><Relationship Type="http://schemas.openxmlformats.org/officeDocument/2006/relationships/notesSlide" Target="/ppt/notesSlides/notesSlide4.xml" Id="R0cb2baed5ca448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fba2d755ab47f7" /><Relationship Type="http://schemas.openxmlformats.org/officeDocument/2006/relationships/notesSlide" Target="/ppt/notesSlides/notesSlide5.xml" Id="R1647dcf9028b4a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bad9c15d4c4950" /><Relationship Type="http://schemas.openxmlformats.org/officeDocument/2006/relationships/notesSlide" Target="/ppt/notesSlides/notesSlide6.xml" Id="R91d6a4904ccf4a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d24fc20a894d48" /><Relationship Type="http://schemas.openxmlformats.org/officeDocument/2006/relationships/notesSlide" Target="/ppt/notesSlides/notesSlide7.xml" Id="Rd2de75e1d6be45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3ab6d6edd74791" /><Relationship Type="http://schemas.openxmlformats.org/officeDocument/2006/relationships/notesSlide" Target="/ppt/notesSlides/notesSlide8.xml" Id="Rebb454633f3d45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b2a85ada504302" /><Relationship Type="http://schemas.openxmlformats.org/officeDocument/2006/relationships/notesSlide" Target="/ppt/notesSlides/notesSlide9.xml" Id="R52f5910bac784b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cb7382005c4237" /><Relationship Type="http://schemas.openxmlformats.org/officeDocument/2006/relationships/notesSlide" Target="/ppt/notesSlides/notesSlide10.xml" Id="R7d0967d0fa134d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a6ebca84e254f7b" /><Relationship Type="http://schemas.openxmlformats.org/officeDocument/2006/relationships/notesSlide" Target="/ppt/notesSlides/notesSlide11.xml" Id="Rba9a80c550e046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68cfcadab3642aa" /><Relationship Type="http://schemas.openxmlformats.org/officeDocument/2006/relationships/notesSlide" Target="/ppt/notesSlides/notesSlide12.xml" Id="Rdbf46be2b84a4a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1af0b388bc4bda" /><Relationship Type="http://schemas.openxmlformats.org/officeDocument/2006/relationships/notesSlide" Target="/ppt/notesSlides/notesSlide13.xml" Id="R825aeec5c1c74f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eb0fd26c2644420" /><Relationship Type="http://schemas.openxmlformats.org/officeDocument/2006/relationships/notesSlide" Target="/ppt/notesSlides/notesSlide14.xml" Id="Rb0ae1befdbf94e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68d9c00f214346" /><Relationship Type="http://schemas.openxmlformats.org/officeDocument/2006/relationships/notesSlide" Target="/ppt/notesSlides/notesSlide15.xml" Id="Reabcd91cce144e4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2CF8EE-8AE1-4BAC-B1B7-BFC3CB744659}"/>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Phân tích yêu cầu nghiệp vụ</a:t>
            </a:r>
          </a:p>
        </p:txBody>
      </p:sp>
      <p:sp>
        <p:nvSpPr>
          <p:cNvPr id="2" name="">
            <a:extLst xmlns:a="http://schemas.openxmlformats.org/drawingml/2006/main">
              <a:ext uri="{FF2B5EF4-FFF2-40B4-BE49-F238E27FC236}">
                <a16:creationId xmlns:a16="http://schemas.microsoft.com/office/drawing/2014/main" id="{120E2707-D9DF-49FD-9731-E92CF4FC8BEE}"/>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E033A824-6D68-426F-8E4A-21BAED74C988}"/>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4E9030BD-C59D-4785-A553-2196DAEBB727}"/>
              </a:ext>
            </a:extLst>
          </p:cNvPr>
          <p:cNvSpPr>
            <a:spLocks xmlns:a="http://schemas.openxmlformats.org/drawingml/2006/main" noGrp="1"/>
          </p:cNvSpPr>
          <p:nvPr/>
        </p:nvSpPr>
        <p:spPr>
          <a:xfrm xmlns:a="http://schemas.openxmlformats.org/drawingml/2006/main">
            <a:off x="666750" y="2190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5250" b="1">
                <a:solidFill>
                  <a:srgbClr val="183BDB"/>
                </a:solidFill>
                <a:latin typeface="Arial"/>
                <a:ea typeface="Arial"/>
                <a:cs typeface="Arial"/>
              </a:defRPr>
            </a:defPPr>
            <a:lvl1pPr algn="ctr">
              <a:defRPr sz="5250" b="1">
                <a:solidFill>
                  <a:srgbClr val="183BDB"/>
                </a:solidFill>
                <a:latin typeface="Arial"/>
                <a:ea typeface="Arial"/>
                <a:cs typeface="Arial"/>
              </a:defRPr>
            </a:lvl1pPr>
            <a:lvl2pPr algn="ctr">
              <a:defRPr sz="5250" b="1">
                <a:solidFill>
                  <a:srgbClr val="183BDB"/>
                </a:solidFill>
                <a:latin typeface="Arial"/>
                <a:ea typeface="Arial"/>
                <a:cs typeface="Arial"/>
              </a:defRPr>
            </a:lvl2pPr>
            <a:lvl3pPr algn="ctr">
              <a:defRPr sz="5250" b="1">
                <a:solidFill>
                  <a:srgbClr val="183BDB"/>
                </a:solidFill>
                <a:latin typeface="Arial"/>
                <a:ea typeface="Arial"/>
                <a:cs typeface="Arial"/>
              </a:defRPr>
            </a:lvl3pPr>
            <a:lvl4pPr algn="ctr">
              <a:defRPr sz="5250" b="1">
                <a:solidFill>
                  <a:srgbClr val="183BDB"/>
                </a:solidFill>
                <a:latin typeface="Arial"/>
                <a:ea typeface="Arial"/>
                <a:cs typeface="Arial"/>
              </a:defRPr>
            </a:lvl4pPr>
            <a:lvl5pPr algn="ctr">
              <a:defRPr sz="5250" b="1">
                <a:solidFill>
                  <a:srgbClr val="183BDB"/>
                </a:solidFill>
                <a:latin typeface="Arial"/>
                <a:ea typeface="Arial"/>
                <a:cs typeface="Arial"/>
              </a:defRPr>
            </a:lvl5pPr>
            <a:lvl6pPr algn="ctr">
              <a:defRPr sz="5250" b="1">
                <a:solidFill>
                  <a:srgbClr val="183BDB"/>
                </a:solidFill>
                <a:latin typeface="Arial"/>
                <a:ea typeface="Arial"/>
                <a:cs typeface="Arial"/>
              </a:defRPr>
            </a:lvl6pPr>
            <a:lvl7pPr algn="ctr">
              <a:defRPr sz="5250" b="1">
                <a:solidFill>
                  <a:srgbClr val="183BDB"/>
                </a:solidFill>
                <a:latin typeface="Arial"/>
                <a:ea typeface="Arial"/>
                <a:cs typeface="Arial"/>
              </a:defRPr>
            </a:lvl7pPr>
            <a:lvl8pPr algn="ctr">
              <a:defRPr sz="5250" b="1">
                <a:solidFill>
                  <a:srgbClr val="183BDB"/>
                </a:solidFill>
                <a:latin typeface="Arial"/>
                <a:ea typeface="Arial"/>
                <a:cs typeface="Arial"/>
              </a:defRPr>
            </a:lvl8pPr>
            <a:lvl9pPr algn="ctr">
              <a:defRPr sz="5250" b="1">
                <a:solidFill>
                  <a:srgbClr val="183BDB"/>
                </a:solidFill>
                <a:latin typeface="Arial"/>
                <a:ea typeface="Arial"/>
                <a:cs typeface="Arial"/>
              </a:defRPr>
            </a:lvl9pPr>
          </a:lstStyle>
          <a:p xmlns:a="http://schemas.openxmlformats.org/drawingml/2006/main">
            <a:pPr algn="ctr">
              <a:defRPr sz="5250" b="1">
                <a:solidFill>
                  <a:srgbClr val="183BDB"/>
                </a:solidFill>
                <a:latin typeface="Arial"/>
                <a:ea typeface="Arial"/>
                <a:cs typeface="Arial"/>
              </a:defRPr>
            </a:pPr>
            <a:r>
              <a:rPr sz="5250" b="1">
                <a:solidFill>
                  <a:srgbClr val="183BDB"/>
                </a:solidFill>
                <a:latin typeface="Arial"/>
                <a:ea typeface="Arial"/>
                <a:cs typeface="Arial"/>
              </a:rPr>
              <a:t>DTBMStore</a:t>
            </a:r>
          </a:p>
        </p:txBody>
      </p:sp>
      <p:sp>
        <p:nvSpPr>
          <p:cNvPr id="5" name="">
            <a:extLst xmlns:a="http://schemas.openxmlformats.org/drawingml/2006/main">
              <a:ext uri="{FF2B5EF4-FFF2-40B4-BE49-F238E27FC236}">
                <a16:creationId xmlns:a16="http://schemas.microsoft.com/office/drawing/2014/main" id="{BECC55F7-5DF4-4996-8A58-413A37E3EB03}"/>
              </a:ext>
            </a:extLst>
          </p:cNvPr>
          <p:cNvSpPr>
            <a:spLocks xmlns:a="http://schemas.openxmlformats.org/drawingml/2006/main" noGrp="1"/>
          </p:cNvSpPr>
          <p:nvPr/>
        </p:nvSpPr>
        <p:spPr>
          <a:xfrm xmlns:a="http://schemas.openxmlformats.org/drawingml/2006/main">
            <a:off x="762000" y="3524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000" b="0">
                <a:solidFill>
                  <a:srgbClr val="263A4B"/>
                </a:solidFill>
                <a:latin typeface="Arial"/>
                <a:ea typeface="Arial"/>
                <a:cs typeface="Arial"/>
              </a:defRPr>
            </a:defPPr>
            <a:lvl1pPr algn="ctr">
              <a:defRPr sz="3000" b="0">
                <a:solidFill>
                  <a:srgbClr val="263A4B"/>
                </a:solidFill>
                <a:latin typeface="Arial"/>
                <a:ea typeface="Arial"/>
                <a:cs typeface="Arial"/>
              </a:defRPr>
            </a:lvl1pPr>
            <a:lvl2pPr algn="ctr">
              <a:defRPr sz="3000" b="0">
                <a:solidFill>
                  <a:srgbClr val="263A4B"/>
                </a:solidFill>
                <a:latin typeface="Arial"/>
                <a:ea typeface="Arial"/>
                <a:cs typeface="Arial"/>
              </a:defRPr>
            </a:lvl2pPr>
            <a:lvl3pPr algn="ctr">
              <a:defRPr sz="3000" b="0">
                <a:solidFill>
                  <a:srgbClr val="263A4B"/>
                </a:solidFill>
                <a:latin typeface="Arial"/>
                <a:ea typeface="Arial"/>
                <a:cs typeface="Arial"/>
              </a:defRPr>
            </a:lvl3pPr>
            <a:lvl4pPr algn="ctr">
              <a:defRPr sz="3000" b="0">
                <a:solidFill>
                  <a:srgbClr val="263A4B"/>
                </a:solidFill>
                <a:latin typeface="Arial"/>
                <a:ea typeface="Arial"/>
                <a:cs typeface="Arial"/>
              </a:defRPr>
            </a:lvl4pPr>
            <a:lvl5pPr algn="ctr">
              <a:defRPr sz="3000" b="0">
                <a:solidFill>
                  <a:srgbClr val="263A4B"/>
                </a:solidFill>
                <a:latin typeface="Arial"/>
                <a:ea typeface="Arial"/>
                <a:cs typeface="Arial"/>
              </a:defRPr>
            </a:lvl5pPr>
            <a:lvl6pPr algn="ctr">
              <a:defRPr sz="3000" b="0">
                <a:solidFill>
                  <a:srgbClr val="263A4B"/>
                </a:solidFill>
                <a:latin typeface="Arial"/>
                <a:ea typeface="Arial"/>
                <a:cs typeface="Arial"/>
              </a:defRPr>
            </a:lvl6pPr>
            <a:lvl7pPr algn="ctr">
              <a:defRPr sz="3000" b="0">
                <a:solidFill>
                  <a:srgbClr val="263A4B"/>
                </a:solidFill>
                <a:latin typeface="Arial"/>
                <a:ea typeface="Arial"/>
                <a:cs typeface="Arial"/>
              </a:defRPr>
            </a:lvl7pPr>
            <a:lvl8pPr algn="ctr">
              <a:defRPr sz="3000" b="0">
                <a:solidFill>
                  <a:srgbClr val="263A4B"/>
                </a:solidFill>
                <a:latin typeface="Arial"/>
                <a:ea typeface="Arial"/>
                <a:cs typeface="Arial"/>
              </a:defRPr>
            </a:lvl8pPr>
            <a:lvl9pPr algn="ctr">
              <a:defRPr sz="3000" b="0">
                <a:solidFill>
                  <a:srgbClr val="263A4B"/>
                </a:solidFill>
                <a:latin typeface="Arial"/>
                <a:ea typeface="Arial"/>
                <a:cs typeface="Arial"/>
              </a:defRPr>
            </a:lvl9pPr>
          </a:lstStyle>
          <a:p xmlns:a="http://schemas.openxmlformats.org/drawingml/2006/main">
            <a:pPr algn="ctr">
              <a:defRPr sz="3000" b="0">
                <a:solidFill>
                  <a:srgbClr val="263A4B"/>
                </a:solidFill>
                <a:latin typeface="Arial"/>
                <a:ea typeface="Arial"/>
                <a:cs typeface="Arial"/>
              </a:defRPr>
            </a:pPr>
            <a:r>
              <a:rPr sz="3000" b="0">
                <a:solidFill>
                  <a:srgbClr val="263A4B"/>
                </a:solidFill>
                <a:latin typeface="Arial"/>
                <a:ea typeface="Arial"/>
                <a:cs typeface="Arial"/>
              </a:rPr>
              <a:t>Hệ thống quản lý và bán máy tính</a:t>
            </a:r>
          </a:p>
        </p:txBody>
      </p:sp>
      <p:sp>
        <p:nvSpPr>
          <p:cNvPr id="6" name="">
            <a:extLst xmlns:a="http://schemas.openxmlformats.org/drawingml/2006/main">
              <a:ext uri="{FF2B5EF4-FFF2-40B4-BE49-F238E27FC236}">
                <a16:creationId xmlns:a16="http://schemas.microsoft.com/office/drawing/2014/main" id="{AE133F12-A93A-4624-899C-F318AB6D5950}"/>
              </a:ext>
            </a:extLst>
          </p:cNvPr>
          <p:cNvSpPr>
            <a:spLocks xmlns:a="http://schemas.openxmlformats.org/drawingml/2006/main" noGrp="1"/>
          </p:cNvSpPr>
          <p:nvPr/>
        </p:nvSpPr>
        <p:spPr>
          <a:xfrm xmlns:a="http://schemas.openxmlformats.org/drawingml/2006/main">
            <a:off x="952500" y="533400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b="0">
                <a:solidFill>
                  <a:srgbClr val="263A4B"/>
                </a:solidFill>
                <a:latin typeface="Arial"/>
                <a:ea typeface="Arial"/>
                <a:cs typeface="Arial"/>
              </a:defRPr>
            </a:defPPr>
            <a:lvl1pPr algn="ctr">
              <a:defRPr sz="2175" b="0">
                <a:solidFill>
                  <a:srgbClr val="263A4B"/>
                </a:solidFill>
                <a:latin typeface="Arial"/>
                <a:ea typeface="Arial"/>
                <a:cs typeface="Arial"/>
              </a:defRPr>
            </a:lvl1pPr>
            <a:lvl2pPr algn="ctr">
              <a:defRPr sz="2175" b="0">
                <a:solidFill>
                  <a:srgbClr val="263A4B"/>
                </a:solidFill>
                <a:latin typeface="Arial"/>
                <a:ea typeface="Arial"/>
                <a:cs typeface="Arial"/>
              </a:defRPr>
            </a:lvl2pPr>
            <a:lvl3pPr algn="ctr">
              <a:defRPr sz="2175" b="0">
                <a:solidFill>
                  <a:srgbClr val="263A4B"/>
                </a:solidFill>
                <a:latin typeface="Arial"/>
                <a:ea typeface="Arial"/>
                <a:cs typeface="Arial"/>
              </a:defRPr>
            </a:lvl3pPr>
            <a:lvl4pPr algn="ctr">
              <a:defRPr sz="2175" b="0">
                <a:solidFill>
                  <a:srgbClr val="263A4B"/>
                </a:solidFill>
                <a:latin typeface="Arial"/>
                <a:ea typeface="Arial"/>
                <a:cs typeface="Arial"/>
              </a:defRPr>
            </a:lvl4pPr>
            <a:lvl5pPr algn="ctr">
              <a:defRPr sz="2175" b="0">
                <a:solidFill>
                  <a:srgbClr val="263A4B"/>
                </a:solidFill>
                <a:latin typeface="Arial"/>
                <a:ea typeface="Arial"/>
                <a:cs typeface="Arial"/>
              </a:defRPr>
            </a:lvl5pPr>
            <a:lvl6pPr algn="ctr">
              <a:defRPr sz="2175" b="0">
                <a:solidFill>
                  <a:srgbClr val="263A4B"/>
                </a:solidFill>
                <a:latin typeface="Arial"/>
                <a:ea typeface="Arial"/>
                <a:cs typeface="Arial"/>
              </a:defRPr>
            </a:lvl6pPr>
            <a:lvl7pPr algn="ctr">
              <a:defRPr sz="2175" b="0">
                <a:solidFill>
                  <a:srgbClr val="263A4B"/>
                </a:solidFill>
                <a:latin typeface="Arial"/>
                <a:ea typeface="Arial"/>
                <a:cs typeface="Arial"/>
              </a:defRPr>
            </a:lvl7pPr>
            <a:lvl8pPr algn="ctr">
              <a:defRPr sz="2175" b="0">
                <a:solidFill>
                  <a:srgbClr val="263A4B"/>
                </a:solidFill>
                <a:latin typeface="Arial"/>
                <a:ea typeface="Arial"/>
                <a:cs typeface="Arial"/>
              </a:defRPr>
            </a:lvl8pPr>
            <a:lvl9pPr algn="ctr">
              <a:defRPr sz="2175" b="0">
                <a:solidFill>
                  <a:srgbClr val="263A4B"/>
                </a:solidFill>
                <a:latin typeface="Arial"/>
                <a:ea typeface="Arial"/>
                <a:cs typeface="Arial"/>
              </a:defRPr>
            </a:lvl9pPr>
          </a:lstStyle>
          <a:p xmlns:a="http://schemas.openxmlformats.org/drawingml/2006/main">
            <a:pPr algn="ctr">
              <a:defRPr sz="2175" b="0">
                <a:solidFill>
                  <a:srgbClr val="263A4B"/>
                </a:solidFill>
                <a:latin typeface="Arial"/>
                <a:ea typeface="Arial"/>
                <a:cs typeface="Arial"/>
              </a:defRPr>
            </a:pPr>
            <a:r>
              <a:rPr sz="2175" b="0">
                <a:solidFill>
                  <a:srgbClr val="263A4B"/>
                </a:solidFill>
                <a:latin typeface="Arial"/>
                <a:ea typeface="Arial"/>
                <a:cs typeface="Arial"/>
              </a:rPr>
              <a:t>GVHD: TS. Đỗ Như Tài</a:t>
            </a:r>
          </a:p>
          <a:p xmlns:a="http://schemas.openxmlformats.org/drawingml/2006/main">
            <a:pPr algn="ctr">
              <a:defRPr sz="2175" b="0">
                <a:solidFill>
                  <a:srgbClr val="263A4B"/>
                </a:solidFill>
                <a:latin typeface="Arial"/>
                <a:ea typeface="Arial"/>
                <a:cs typeface="Arial"/>
              </a:defRPr>
            </a:pPr>
            <a:r>
              <a:rPr sz="2175" b="0">
                <a:solidFill>
                  <a:srgbClr val="263A4B"/>
                </a:solidFill>
                <a:latin typeface="Arial"/>
                <a:ea typeface="Arial"/>
                <a:cs typeface="Arial"/>
              </a:rPr>
              <a:t>Vũ Văn Minh · Lưu Chí Bảo</a:t>
            </a:r>
          </a:p>
          <a:p xmlns:a="http://schemas.openxmlformats.org/drawingml/2006/main">
            <a:pPr algn="ctr">
              <a:defRPr sz="2175" b="0">
                <a:solidFill>
                  <a:srgbClr val="263A4B"/>
                </a:solidFill>
                <a:latin typeface="Arial"/>
                <a:ea typeface="Arial"/>
                <a:cs typeface="Arial"/>
              </a:defRPr>
            </a:pPr>
            <a:r>
              <a:rPr sz="2175" b="0">
                <a:solidFill>
                  <a:srgbClr val="263A4B"/>
                </a:solidFill>
                <a:latin typeface="Arial"/>
                <a:ea typeface="Arial"/>
                <a:cs typeface="Arial"/>
              </a:rPr>
              <a:t>Đoàn Thanh Tùng · Nguyễn Huỳnh Phương Đông</a:t>
            </a:r>
          </a:p>
        </p:txBody>
      </p:sp>
    </p:spTree>
    <p:extLst>
      <p:ext uri="{BB962C8B-B14F-4D97-AF65-F5344CB8AC3E}">
        <p14:creationId xmlns:p14="http://schemas.microsoft.com/office/powerpoint/2010/main" val="16535912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44D2EF-18C7-4778-8BF8-5E65C285666A}"/>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88739EBF-1C48-41B8-98E6-8A5F3A819708}"/>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6ACF31E5-F3F5-4702-AB19-0A8FF77D79B4}"/>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0DB1D2D5-0221-4074-9088-28038E5EDE75}"/>
              </a:ext>
            </a:extLst>
          </p:cNvPr>
          <p:cNvSpPr>
            <a:spLocks xmlns:a="http://schemas.openxmlformats.org/drawingml/2006/main" noGrp="1"/>
          </p:cNvSpPr>
          <p:nvPr/>
        </p:nvSpPr>
        <p:spPr>
          <a:xfrm xmlns:a="http://schemas.openxmlformats.org/drawingml/2006/main">
            <a:off x="714375" y="180975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3A4B"/>
                </a:solidFill>
                <a:latin typeface="Arial"/>
                <a:ea typeface="Arial"/>
                <a:cs typeface="Arial"/>
              </a:defRPr>
            </a:defPPr>
            <a:lvl1pPr algn="l">
              <a:defRPr sz="2175" b="0">
                <a:solidFill>
                  <a:srgbClr val="263A4B"/>
                </a:solidFill>
                <a:latin typeface="Arial"/>
                <a:ea typeface="Arial"/>
                <a:cs typeface="Arial"/>
              </a:defRPr>
            </a:lvl1pPr>
            <a:lvl2pPr algn="l">
              <a:defRPr sz="2175" b="0">
                <a:solidFill>
                  <a:srgbClr val="263A4B"/>
                </a:solidFill>
                <a:latin typeface="Arial"/>
                <a:ea typeface="Arial"/>
                <a:cs typeface="Arial"/>
              </a:defRPr>
            </a:lvl2pPr>
            <a:lvl3pPr algn="l">
              <a:defRPr sz="2175" b="0">
                <a:solidFill>
                  <a:srgbClr val="263A4B"/>
                </a:solidFill>
                <a:latin typeface="Arial"/>
                <a:ea typeface="Arial"/>
                <a:cs typeface="Arial"/>
              </a:defRPr>
            </a:lvl3pPr>
            <a:lvl4pPr algn="l">
              <a:defRPr sz="2175" b="0">
                <a:solidFill>
                  <a:srgbClr val="263A4B"/>
                </a:solidFill>
                <a:latin typeface="Arial"/>
                <a:ea typeface="Arial"/>
                <a:cs typeface="Arial"/>
              </a:defRPr>
            </a:lvl4pPr>
            <a:lvl5pPr algn="l">
              <a:defRPr sz="2175" b="0">
                <a:solidFill>
                  <a:srgbClr val="263A4B"/>
                </a:solidFill>
                <a:latin typeface="Arial"/>
                <a:ea typeface="Arial"/>
                <a:cs typeface="Arial"/>
              </a:defRPr>
            </a:lvl5pPr>
            <a:lvl6pPr algn="l">
              <a:defRPr sz="2175" b="0">
                <a:solidFill>
                  <a:srgbClr val="263A4B"/>
                </a:solidFill>
                <a:latin typeface="Arial"/>
                <a:ea typeface="Arial"/>
                <a:cs typeface="Arial"/>
              </a:defRPr>
            </a:lvl6pPr>
            <a:lvl7pPr algn="l">
              <a:defRPr sz="2175" b="0">
                <a:solidFill>
                  <a:srgbClr val="263A4B"/>
                </a:solidFill>
                <a:latin typeface="Arial"/>
                <a:ea typeface="Arial"/>
                <a:cs typeface="Arial"/>
              </a:defRPr>
            </a:lvl7pPr>
            <a:lvl8pPr algn="l">
              <a:defRPr sz="2175" b="0">
                <a:solidFill>
                  <a:srgbClr val="263A4B"/>
                </a:solidFill>
                <a:latin typeface="Arial"/>
                <a:ea typeface="Arial"/>
                <a:cs typeface="Arial"/>
              </a:defRPr>
            </a:lvl8pPr>
            <a:lvl9pPr algn="l">
              <a:defRPr sz="2175" b="0">
                <a:solidFill>
                  <a:srgbClr val="263A4B"/>
                </a:solidFill>
                <a:latin typeface="Arial"/>
                <a:ea typeface="Arial"/>
                <a:cs typeface="Arial"/>
              </a:defRPr>
            </a:lvl9pPr>
          </a:lstStyle>
          <a:p xmlns:a="http://schemas.openxmlformats.org/drawingml/2006/main">
            <a:pPr algn="l">
              <a:defRPr sz="2175" b="0">
                <a:solidFill>
                  <a:srgbClr val="263A4B"/>
                </a:solidFill>
                <a:latin typeface="Arial"/>
                <a:ea typeface="Arial"/>
                <a:cs typeface="Arial"/>
              </a:defRPr>
            </a:pPr>
            <a:r>
              <a:rPr sz="2175" b="0">
                <a:solidFill>
                  <a:srgbClr val="263A4B"/>
                </a:solidFill>
                <a:latin typeface="Arial"/>
                <a:ea typeface="Arial"/>
                <a:cs typeface="Arial"/>
              </a:rPr>
              <a:t>•  Hệ thống phục vụ cửa hàng bán lẻ máy tính, linh kiện: khách mua trên website, Admin vận hành qua ứng dụng WinForms.</a:t>
            </a:r>
          </a:p>
        </p:txBody>
      </p:sp>
      <p:sp>
        <p:nvSpPr>
          <p:cNvPr id="5" name="">
            <a:extLst xmlns:a="http://schemas.openxmlformats.org/drawingml/2006/main">
              <a:ext uri="{FF2B5EF4-FFF2-40B4-BE49-F238E27FC236}">
                <a16:creationId xmlns:a16="http://schemas.microsoft.com/office/drawing/2014/main" id="{AB2B332C-7350-4FC8-AEE6-8870904CE3CF}"/>
              </a:ext>
            </a:extLst>
          </p:cNvPr>
          <p:cNvSpPr>
            <a:spLocks xmlns:a="http://schemas.openxmlformats.org/drawingml/2006/main" noGrp="1"/>
          </p:cNvSpPr>
          <p:nvPr/>
        </p:nvSpPr>
        <p:spPr>
          <a:xfrm xmlns:a="http://schemas.openxmlformats.org/drawingml/2006/main">
            <a:off x="714375" y="316230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3A4B"/>
                </a:solidFill>
                <a:latin typeface="Arial"/>
                <a:ea typeface="Arial"/>
                <a:cs typeface="Arial"/>
              </a:defRPr>
            </a:defPPr>
            <a:lvl1pPr algn="l">
              <a:defRPr sz="2175" b="0">
                <a:solidFill>
                  <a:srgbClr val="263A4B"/>
                </a:solidFill>
                <a:latin typeface="Arial"/>
                <a:ea typeface="Arial"/>
                <a:cs typeface="Arial"/>
              </a:defRPr>
            </a:lvl1pPr>
            <a:lvl2pPr algn="l">
              <a:defRPr sz="2175" b="0">
                <a:solidFill>
                  <a:srgbClr val="263A4B"/>
                </a:solidFill>
                <a:latin typeface="Arial"/>
                <a:ea typeface="Arial"/>
                <a:cs typeface="Arial"/>
              </a:defRPr>
            </a:lvl2pPr>
            <a:lvl3pPr algn="l">
              <a:defRPr sz="2175" b="0">
                <a:solidFill>
                  <a:srgbClr val="263A4B"/>
                </a:solidFill>
                <a:latin typeface="Arial"/>
                <a:ea typeface="Arial"/>
                <a:cs typeface="Arial"/>
              </a:defRPr>
            </a:lvl3pPr>
            <a:lvl4pPr algn="l">
              <a:defRPr sz="2175" b="0">
                <a:solidFill>
                  <a:srgbClr val="263A4B"/>
                </a:solidFill>
                <a:latin typeface="Arial"/>
                <a:ea typeface="Arial"/>
                <a:cs typeface="Arial"/>
              </a:defRPr>
            </a:lvl4pPr>
            <a:lvl5pPr algn="l">
              <a:defRPr sz="2175" b="0">
                <a:solidFill>
                  <a:srgbClr val="263A4B"/>
                </a:solidFill>
                <a:latin typeface="Arial"/>
                <a:ea typeface="Arial"/>
                <a:cs typeface="Arial"/>
              </a:defRPr>
            </a:lvl5pPr>
            <a:lvl6pPr algn="l">
              <a:defRPr sz="2175" b="0">
                <a:solidFill>
                  <a:srgbClr val="263A4B"/>
                </a:solidFill>
                <a:latin typeface="Arial"/>
                <a:ea typeface="Arial"/>
                <a:cs typeface="Arial"/>
              </a:defRPr>
            </a:lvl6pPr>
            <a:lvl7pPr algn="l">
              <a:defRPr sz="2175" b="0">
                <a:solidFill>
                  <a:srgbClr val="263A4B"/>
                </a:solidFill>
                <a:latin typeface="Arial"/>
                <a:ea typeface="Arial"/>
                <a:cs typeface="Arial"/>
              </a:defRPr>
            </a:lvl7pPr>
            <a:lvl8pPr algn="l">
              <a:defRPr sz="2175" b="0">
                <a:solidFill>
                  <a:srgbClr val="263A4B"/>
                </a:solidFill>
                <a:latin typeface="Arial"/>
                <a:ea typeface="Arial"/>
                <a:cs typeface="Arial"/>
              </a:defRPr>
            </a:lvl8pPr>
            <a:lvl9pPr algn="l">
              <a:defRPr sz="2175" b="0">
                <a:solidFill>
                  <a:srgbClr val="263A4B"/>
                </a:solidFill>
                <a:latin typeface="Arial"/>
                <a:ea typeface="Arial"/>
                <a:cs typeface="Arial"/>
              </a:defRPr>
            </a:lvl9pPr>
          </a:lstStyle>
          <a:p xmlns:a="http://schemas.openxmlformats.org/drawingml/2006/main">
            <a:pPr algn="l">
              <a:defRPr sz="2175" b="0">
                <a:solidFill>
                  <a:srgbClr val="263A4B"/>
                </a:solidFill>
                <a:latin typeface="Arial"/>
                <a:ea typeface="Arial"/>
                <a:cs typeface="Arial"/>
              </a:defRPr>
            </a:pPr>
            <a:r>
              <a:rPr sz="2175" b="0">
                <a:solidFill>
                  <a:srgbClr val="263A4B"/>
                </a:solidFill>
                <a:latin typeface="Arial"/>
                <a:ea typeface="Arial"/>
                <a:cs typeface="Arial"/>
              </a:rPr>
              <a:t>•  Web MVC và Desktop dùng chung API và SQL Server. API là nơi kiểm tra dữ liệu, danh tính và quyền nghiệp vụ.</a:t>
            </a:r>
          </a:p>
        </p:txBody>
      </p:sp>
      <p:sp>
        <p:nvSpPr>
          <p:cNvPr id="6" name="">
            <a:extLst xmlns:a="http://schemas.openxmlformats.org/drawingml/2006/main">
              <a:ext uri="{FF2B5EF4-FFF2-40B4-BE49-F238E27FC236}">
                <a16:creationId xmlns:a16="http://schemas.microsoft.com/office/drawing/2014/main" id="{E5B5BAA8-5763-4C65-B720-67472957A5D0}"/>
              </a:ext>
            </a:extLst>
          </p:cNvPr>
          <p:cNvSpPr>
            <a:spLocks xmlns:a="http://schemas.openxmlformats.org/drawingml/2006/main" noGrp="1"/>
          </p:cNvSpPr>
          <p:nvPr/>
        </p:nvSpPr>
        <p:spPr>
          <a:xfrm xmlns:a="http://schemas.openxmlformats.org/drawingml/2006/main">
            <a:off x="714375" y="451485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3A4B"/>
                </a:solidFill>
                <a:latin typeface="Arial"/>
                <a:ea typeface="Arial"/>
                <a:cs typeface="Arial"/>
              </a:defRPr>
            </a:defPPr>
            <a:lvl1pPr algn="l">
              <a:defRPr sz="2175" b="0">
                <a:solidFill>
                  <a:srgbClr val="263A4B"/>
                </a:solidFill>
                <a:latin typeface="Arial"/>
                <a:ea typeface="Arial"/>
                <a:cs typeface="Arial"/>
              </a:defRPr>
            </a:lvl1pPr>
            <a:lvl2pPr algn="l">
              <a:defRPr sz="2175" b="0">
                <a:solidFill>
                  <a:srgbClr val="263A4B"/>
                </a:solidFill>
                <a:latin typeface="Arial"/>
                <a:ea typeface="Arial"/>
                <a:cs typeface="Arial"/>
              </a:defRPr>
            </a:lvl2pPr>
            <a:lvl3pPr algn="l">
              <a:defRPr sz="2175" b="0">
                <a:solidFill>
                  <a:srgbClr val="263A4B"/>
                </a:solidFill>
                <a:latin typeface="Arial"/>
                <a:ea typeface="Arial"/>
                <a:cs typeface="Arial"/>
              </a:defRPr>
            </a:lvl3pPr>
            <a:lvl4pPr algn="l">
              <a:defRPr sz="2175" b="0">
                <a:solidFill>
                  <a:srgbClr val="263A4B"/>
                </a:solidFill>
                <a:latin typeface="Arial"/>
                <a:ea typeface="Arial"/>
                <a:cs typeface="Arial"/>
              </a:defRPr>
            </a:lvl4pPr>
            <a:lvl5pPr algn="l">
              <a:defRPr sz="2175" b="0">
                <a:solidFill>
                  <a:srgbClr val="263A4B"/>
                </a:solidFill>
                <a:latin typeface="Arial"/>
                <a:ea typeface="Arial"/>
                <a:cs typeface="Arial"/>
              </a:defRPr>
            </a:lvl5pPr>
            <a:lvl6pPr algn="l">
              <a:defRPr sz="2175" b="0">
                <a:solidFill>
                  <a:srgbClr val="263A4B"/>
                </a:solidFill>
                <a:latin typeface="Arial"/>
                <a:ea typeface="Arial"/>
                <a:cs typeface="Arial"/>
              </a:defRPr>
            </a:lvl6pPr>
            <a:lvl7pPr algn="l">
              <a:defRPr sz="2175" b="0">
                <a:solidFill>
                  <a:srgbClr val="263A4B"/>
                </a:solidFill>
                <a:latin typeface="Arial"/>
                <a:ea typeface="Arial"/>
                <a:cs typeface="Arial"/>
              </a:defRPr>
            </a:lvl7pPr>
            <a:lvl8pPr algn="l">
              <a:defRPr sz="2175" b="0">
                <a:solidFill>
                  <a:srgbClr val="263A4B"/>
                </a:solidFill>
                <a:latin typeface="Arial"/>
                <a:ea typeface="Arial"/>
                <a:cs typeface="Arial"/>
              </a:defRPr>
            </a:lvl8pPr>
            <a:lvl9pPr algn="l">
              <a:defRPr sz="2175" b="0">
                <a:solidFill>
                  <a:srgbClr val="263A4B"/>
                </a:solidFill>
                <a:latin typeface="Arial"/>
                <a:ea typeface="Arial"/>
                <a:cs typeface="Arial"/>
              </a:defRPr>
            </a:lvl9pPr>
          </a:lstStyle>
          <a:p xmlns:a="http://schemas.openxmlformats.org/drawingml/2006/main">
            <a:pPr algn="l">
              <a:defRPr sz="2175" b="0">
                <a:solidFill>
                  <a:srgbClr val="263A4B"/>
                </a:solidFill>
                <a:latin typeface="Arial"/>
                <a:ea typeface="Arial"/>
                <a:cs typeface="Arial"/>
              </a:defRPr>
            </a:pPr>
            <a:r>
              <a:rPr sz="2175" b="0">
                <a:solidFill>
                  <a:srgbClr val="263A4B"/>
                </a:solidFill>
                <a:latin typeface="Arial"/>
                <a:ea typeface="Arial"/>
                <a:cs typeface="Arial"/>
              </a:rPr>
              <a:t>•  Phạm vi 16 use case: danh mục, giỏ/đặt hàng, tiến độ/hủy, tồn kho, tài khoản, thống kê và trợ giúp. COD là luồng cơ sở.</a:t>
            </a:r>
          </a:p>
        </p:txBody>
      </p:sp>
      <p:sp>
        <p:nvSpPr>
          <p:cNvPr id="7" name="">
            <a:extLst xmlns:a="http://schemas.openxmlformats.org/drawingml/2006/main">
              <a:ext uri="{FF2B5EF4-FFF2-40B4-BE49-F238E27FC236}">
                <a16:creationId xmlns:a16="http://schemas.microsoft.com/office/drawing/2014/main" id="{4B3F5BCE-2727-4CC9-993E-37B15FD07668}"/>
              </a:ext>
            </a:extLst>
          </p:cNvPr>
          <p:cNvSpPr>
            <a:spLocks xmlns:a="http://schemas.openxmlformats.org/drawingml/2006/main" noGrp="1"/>
          </p:cNvSpPr>
          <p:nvPr/>
        </p:nvSpPr>
        <p:spPr>
          <a:xfrm xmlns:a="http://schemas.openxmlformats.org/drawingml/2006/main">
            <a:off x="714375" y="586740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3A4B"/>
                </a:solidFill>
                <a:latin typeface="Arial"/>
                <a:ea typeface="Arial"/>
                <a:cs typeface="Arial"/>
              </a:defRPr>
            </a:defPPr>
            <a:lvl1pPr algn="l">
              <a:defRPr sz="2175" b="0">
                <a:solidFill>
                  <a:srgbClr val="263A4B"/>
                </a:solidFill>
                <a:latin typeface="Arial"/>
                <a:ea typeface="Arial"/>
                <a:cs typeface="Arial"/>
              </a:defRPr>
            </a:lvl1pPr>
            <a:lvl2pPr algn="l">
              <a:defRPr sz="2175" b="0">
                <a:solidFill>
                  <a:srgbClr val="263A4B"/>
                </a:solidFill>
                <a:latin typeface="Arial"/>
                <a:ea typeface="Arial"/>
                <a:cs typeface="Arial"/>
              </a:defRPr>
            </a:lvl2pPr>
            <a:lvl3pPr algn="l">
              <a:defRPr sz="2175" b="0">
                <a:solidFill>
                  <a:srgbClr val="263A4B"/>
                </a:solidFill>
                <a:latin typeface="Arial"/>
                <a:ea typeface="Arial"/>
                <a:cs typeface="Arial"/>
              </a:defRPr>
            </a:lvl3pPr>
            <a:lvl4pPr algn="l">
              <a:defRPr sz="2175" b="0">
                <a:solidFill>
                  <a:srgbClr val="263A4B"/>
                </a:solidFill>
                <a:latin typeface="Arial"/>
                <a:ea typeface="Arial"/>
                <a:cs typeface="Arial"/>
              </a:defRPr>
            </a:lvl4pPr>
            <a:lvl5pPr algn="l">
              <a:defRPr sz="2175" b="0">
                <a:solidFill>
                  <a:srgbClr val="263A4B"/>
                </a:solidFill>
                <a:latin typeface="Arial"/>
                <a:ea typeface="Arial"/>
                <a:cs typeface="Arial"/>
              </a:defRPr>
            </a:lvl5pPr>
            <a:lvl6pPr algn="l">
              <a:defRPr sz="2175" b="0">
                <a:solidFill>
                  <a:srgbClr val="263A4B"/>
                </a:solidFill>
                <a:latin typeface="Arial"/>
                <a:ea typeface="Arial"/>
                <a:cs typeface="Arial"/>
              </a:defRPr>
            </a:lvl6pPr>
            <a:lvl7pPr algn="l">
              <a:defRPr sz="2175" b="0">
                <a:solidFill>
                  <a:srgbClr val="263A4B"/>
                </a:solidFill>
                <a:latin typeface="Arial"/>
                <a:ea typeface="Arial"/>
                <a:cs typeface="Arial"/>
              </a:defRPr>
            </a:lvl7pPr>
            <a:lvl8pPr algn="l">
              <a:defRPr sz="2175" b="0">
                <a:solidFill>
                  <a:srgbClr val="263A4B"/>
                </a:solidFill>
                <a:latin typeface="Arial"/>
                <a:ea typeface="Arial"/>
                <a:cs typeface="Arial"/>
              </a:defRPr>
            </a:lvl8pPr>
            <a:lvl9pPr algn="l">
              <a:defRPr sz="2175" b="0">
                <a:solidFill>
                  <a:srgbClr val="263A4B"/>
                </a:solidFill>
                <a:latin typeface="Arial"/>
                <a:ea typeface="Arial"/>
                <a:cs typeface="Arial"/>
              </a:defRPr>
            </a:lvl9pPr>
          </a:lstStyle>
          <a:p xmlns:a="http://schemas.openxmlformats.org/drawingml/2006/main">
            <a:pPr algn="l">
              <a:defRPr sz="2175" b="0">
                <a:solidFill>
                  <a:srgbClr val="263A4B"/>
                </a:solidFill>
                <a:latin typeface="Arial"/>
                <a:ea typeface="Arial"/>
                <a:cs typeface="Arial"/>
              </a:defRPr>
            </a:pPr>
            <a:r>
              <a:rPr sz="2175" b="0">
                <a:solidFill>
                  <a:srgbClr val="263A4B"/>
                </a:solidFill>
                <a:latin typeface="Arial"/>
                <a:ea typeface="Arial"/>
                <a:cs typeface="Arial"/>
              </a:rPr>
              <a:t>•  Nguyên tắc chính: không âm kho, không tạo đơn dở dang, hoàn kho một lần, giữ lịch sử theo giá lúc mua và chỉ xem đơn đúng quyền.</a:t>
            </a:r>
          </a:p>
        </p:txBody>
      </p:sp>
    </p:spTree>
    <p:extLst>
      <p:ext uri="{BB962C8B-B14F-4D97-AF65-F5344CB8AC3E}">
        <p14:creationId xmlns:p14="http://schemas.microsoft.com/office/powerpoint/2010/main" val="12809705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ADA501-227A-4F3E-A87C-85F0F3C2D964}"/>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Business Context</a:t>
            </a:r>
          </a:p>
        </p:txBody>
      </p:sp>
      <p:sp>
        <p:nvSpPr>
          <p:cNvPr id="2" name="">
            <a:extLst xmlns:a="http://schemas.openxmlformats.org/drawingml/2006/main">
              <a:ext uri="{FF2B5EF4-FFF2-40B4-BE49-F238E27FC236}">
                <a16:creationId xmlns:a16="http://schemas.microsoft.com/office/drawing/2014/main" id="{8957D489-BDFA-41DE-92FD-CD3F8A81E6A8}"/>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F5F0D681-D4DB-465E-9C43-3513CB47B93E}"/>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E5BDCC68-225E-40F4-8CAA-DEA13F7B4B79}"/>
              </a:ext>
            </a:extLst>
          </p:cNvPr>
          <p:cNvSpPr>
            <a:spLocks xmlns:a="http://schemas.openxmlformats.org/drawingml/2006/main" noGrp="1"/>
          </p:cNvSpPr>
          <p:nvPr/>
        </p:nvSpPr>
        <p:spPr>
          <a:xfrm xmlns:a="http://schemas.openxmlformats.org/drawingml/2006/main">
            <a:off x="714375" y="15240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Sáu miền nghiệp vụ phối hợp trong một hệ thống, dùng chung dữ liệu và quy tắc tại API.</a:t>
            </a:r>
          </a:p>
        </p:txBody>
      </p:sp>
      <p:sp>
        <p:nvSpPr>
          <p:cNvPr id="5" name="">
            <a:extLst xmlns:a="http://schemas.openxmlformats.org/drawingml/2006/main">
              <a:ext uri="{FF2B5EF4-FFF2-40B4-BE49-F238E27FC236}">
                <a16:creationId xmlns:a16="http://schemas.microsoft.com/office/drawing/2014/main" id="{5A9AF3B9-8BEF-4D8F-AF4E-D4E42E6F5F7B}"/>
              </a:ext>
            </a:extLst>
          </p:cNvPr>
          <p:cNvSpPr>
            <a:spLocks xmlns:a="http://schemas.openxmlformats.org/drawingml/2006/main" noGrp="1"/>
          </p:cNvSpPr>
          <p:nvPr/>
        </p:nvSpPr>
        <p:spPr>
          <a:xfrm xmlns:a="http://schemas.openxmlformats.org/drawingml/2006/main">
            <a:off x="714375" y="2238375"/>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Product Catalog</a:t>
            </a:r>
          </a:p>
        </p:txBody>
      </p:sp>
      <p:sp>
        <p:nvSpPr>
          <p:cNvPr id="6" name="">
            <a:extLst xmlns:a="http://schemas.openxmlformats.org/drawingml/2006/main">
              <a:ext uri="{FF2B5EF4-FFF2-40B4-BE49-F238E27FC236}">
                <a16:creationId xmlns:a16="http://schemas.microsoft.com/office/drawing/2014/main" id="{9E24405B-4850-4707-A81A-D542AFC7B970}"/>
              </a:ext>
            </a:extLst>
          </p:cNvPr>
          <p:cNvSpPr>
            <a:spLocks xmlns:a="http://schemas.openxmlformats.org/drawingml/2006/main" noGrp="1"/>
          </p:cNvSpPr>
          <p:nvPr/>
        </p:nvSpPr>
        <p:spPr>
          <a:xfrm xmlns:a="http://schemas.openxmlformats.org/drawingml/2006/main">
            <a:off x="3095625" y="2190750"/>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Guest/Customer tìm, lọc và xem cấu hình. Admin cập nhật sản phẩm. Kết quả áp dụng đồng thời từ khóa, danh mục, giá và sắp xếp.</a:t>
            </a:r>
          </a:p>
        </p:txBody>
      </p:sp>
      <p:sp>
        <p:nvSpPr>
          <p:cNvPr id="7" name="">
            <a:extLst xmlns:a="http://schemas.openxmlformats.org/drawingml/2006/main">
              <a:ext uri="{FF2B5EF4-FFF2-40B4-BE49-F238E27FC236}">
                <a16:creationId xmlns:a16="http://schemas.microsoft.com/office/drawing/2014/main" id="{C0A606B4-E3AE-445B-B297-A2F2C2913B9C}"/>
              </a:ext>
            </a:extLst>
          </p:cNvPr>
          <p:cNvSpPr>
            <a:spLocks xmlns:a="http://schemas.openxmlformats.org/drawingml/2006/main" noGrp="1"/>
          </p:cNvSpPr>
          <p:nvPr/>
        </p:nvSpPr>
        <p:spPr>
          <a:xfrm xmlns:a="http://schemas.openxmlformats.org/drawingml/2006/main">
            <a:off x="714375" y="3238500"/>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Cart and Checkout</a:t>
            </a:r>
          </a:p>
        </p:txBody>
      </p:sp>
      <p:sp>
        <p:nvSpPr>
          <p:cNvPr id="8" name="">
            <a:extLst xmlns:a="http://schemas.openxmlformats.org/drawingml/2006/main">
              <a:ext uri="{FF2B5EF4-FFF2-40B4-BE49-F238E27FC236}">
                <a16:creationId xmlns:a16="http://schemas.microsoft.com/office/drawing/2014/main" id="{44CAA8A5-0614-463F-8518-123EB7E43B88}"/>
              </a:ext>
            </a:extLst>
          </p:cNvPr>
          <p:cNvSpPr>
            <a:spLocks xmlns:a="http://schemas.openxmlformats.org/drawingml/2006/main" noGrp="1"/>
          </p:cNvSpPr>
          <p:nvPr/>
        </p:nvSpPr>
        <p:spPr>
          <a:xfrm xmlns:a="http://schemas.openxmlformats.org/drawingml/2006/main">
            <a:off x="3095625" y="3190875"/>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Khách chỉnh giỏ và nhập người nhận, đặt COD. Server đọc lại giá, ghi đơn/chi tiết và trừ kho trong một transaction rồi trả mã đơn.</a:t>
            </a:r>
          </a:p>
        </p:txBody>
      </p:sp>
      <p:sp>
        <p:nvSpPr>
          <p:cNvPr id="9" name="">
            <a:extLst xmlns:a="http://schemas.openxmlformats.org/drawingml/2006/main">
              <a:ext uri="{FF2B5EF4-FFF2-40B4-BE49-F238E27FC236}">
                <a16:creationId xmlns:a16="http://schemas.microsoft.com/office/drawing/2014/main" id="{9FFA76CD-7F36-4A30-B377-6265209EF801}"/>
              </a:ext>
            </a:extLst>
          </p:cNvPr>
          <p:cNvSpPr>
            <a:spLocks xmlns:a="http://schemas.openxmlformats.org/drawingml/2006/main" noGrp="1"/>
          </p:cNvSpPr>
          <p:nvPr/>
        </p:nvSpPr>
        <p:spPr>
          <a:xfrm xmlns:a="http://schemas.openxmlformats.org/drawingml/2006/main">
            <a:off x="714375" y="4238625"/>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Order Processing</a:t>
            </a:r>
          </a:p>
        </p:txBody>
      </p:sp>
      <p:sp>
        <p:nvSpPr>
          <p:cNvPr id="10" name="">
            <a:extLst xmlns:a="http://schemas.openxmlformats.org/drawingml/2006/main">
              <a:ext uri="{FF2B5EF4-FFF2-40B4-BE49-F238E27FC236}">
                <a16:creationId xmlns:a16="http://schemas.microsoft.com/office/drawing/2014/main" id="{6CE2EB9A-5EFC-4FF3-81A3-3BF34023722E}"/>
              </a:ext>
            </a:extLst>
          </p:cNvPr>
          <p:cNvSpPr>
            <a:spLocks xmlns:a="http://schemas.openxmlformats.org/drawingml/2006/main" noGrp="1"/>
          </p:cNvSpPr>
          <p:nvPr/>
        </p:nvSpPr>
        <p:spPr>
          <a:xfrm xmlns:a="http://schemas.openxmlformats.org/drawingml/2006/main">
            <a:off x="3095625" y="4191000"/>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Customer theo dõi đơn của mình. Admin duyệt, giao, hoàn thành. Đề xuất chỉ hủy Chờ xử lý/Đã duyệt; hủy kèm hoàn kho một lần.</a:t>
            </a:r>
          </a:p>
        </p:txBody>
      </p:sp>
      <p:sp>
        <p:nvSpPr>
          <p:cNvPr id="11" name="">
            <a:extLst xmlns:a="http://schemas.openxmlformats.org/drawingml/2006/main">
              <a:ext uri="{FF2B5EF4-FFF2-40B4-BE49-F238E27FC236}">
                <a16:creationId xmlns:a16="http://schemas.microsoft.com/office/drawing/2014/main" id="{EF9964C5-BF64-4BD3-B4CA-F08AE38203C1}"/>
              </a:ext>
            </a:extLst>
          </p:cNvPr>
          <p:cNvSpPr>
            <a:spLocks xmlns:a="http://schemas.openxmlformats.org/drawingml/2006/main" noGrp="1"/>
          </p:cNvSpPr>
          <p:nvPr/>
        </p:nvSpPr>
        <p:spPr>
          <a:xfrm xmlns:a="http://schemas.openxmlformats.org/drawingml/2006/main">
            <a:off x="714375" y="5238750"/>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Inventory</a:t>
            </a:r>
          </a:p>
        </p:txBody>
      </p:sp>
      <p:sp>
        <p:nvSpPr>
          <p:cNvPr id="12" name="">
            <a:extLst xmlns:a="http://schemas.openxmlformats.org/drawingml/2006/main">
              <a:ext uri="{FF2B5EF4-FFF2-40B4-BE49-F238E27FC236}">
                <a16:creationId xmlns:a16="http://schemas.microsoft.com/office/drawing/2014/main" id="{50C763D3-7E71-4E7F-B761-AB6C0255050D}"/>
              </a:ext>
            </a:extLst>
          </p:cNvPr>
          <p:cNvSpPr>
            <a:spLocks xmlns:a="http://schemas.openxmlformats.org/drawingml/2006/main" noGrp="1"/>
          </p:cNvSpPr>
          <p:nvPr/>
        </p:nvSpPr>
        <p:spPr>
          <a:xfrm xmlns:a="http://schemas.openxmlformats.org/drawingml/2006/main">
            <a:off x="3095625" y="5191125"/>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Admin thêm, sửa, xóa và chỉnh tồn hợp lệ. Không xóa sản phẩm đã có đơn. Đặt/hủy tự trừ/hoàn, duyệt không trừ lại.</a:t>
            </a:r>
          </a:p>
        </p:txBody>
      </p:sp>
      <p:sp>
        <p:nvSpPr>
          <p:cNvPr id="13" name="">
            <a:extLst xmlns:a="http://schemas.openxmlformats.org/drawingml/2006/main">
              <a:ext uri="{FF2B5EF4-FFF2-40B4-BE49-F238E27FC236}">
                <a16:creationId xmlns:a16="http://schemas.microsoft.com/office/drawing/2014/main" id="{0A1306FC-4BF0-478B-8781-CB87D8023BA2}"/>
              </a:ext>
            </a:extLst>
          </p:cNvPr>
          <p:cNvSpPr>
            <a:spLocks xmlns:a="http://schemas.openxmlformats.org/drawingml/2006/main" noGrp="1"/>
          </p:cNvSpPr>
          <p:nvPr/>
        </p:nvSpPr>
        <p:spPr>
          <a:xfrm xmlns:a="http://schemas.openxmlformats.org/drawingml/2006/main">
            <a:off x="714375" y="6238875"/>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Access Control</a:t>
            </a:r>
          </a:p>
        </p:txBody>
      </p:sp>
      <p:sp>
        <p:nvSpPr>
          <p:cNvPr id="14" name="">
            <a:extLst xmlns:a="http://schemas.openxmlformats.org/drawingml/2006/main">
              <a:ext uri="{FF2B5EF4-FFF2-40B4-BE49-F238E27FC236}">
                <a16:creationId xmlns:a16="http://schemas.microsoft.com/office/drawing/2014/main" id="{04D22833-C0D9-4EBE-9FE9-FF628763F46E}"/>
              </a:ext>
            </a:extLst>
          </p:cNvPr>
          <p:cNvSpPr>
            <a:spLocks xmlns:a="http://schemas.openxmlformats.org/drawingml/2006/main" noGrp="1"/>
          </p:cNvSpPr>
          <p:nvPr/>
        </p:nvSpPr>
        <p:spPr>
          <a:xfrm xmlns:a="http://schemas.openxmlformats.org/drawingml/2006/main">
            <a:off x="3095625" y="6191250"/>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Guest được mua và đăng ký Customer. API kiểm tra vai trò và chủ sở hữu; Admin dùng Desktop để quản trị, không trả mật khẩu/hash.</a:t>
            </a:r>
          </a:p>
        </p:txBody>
      </p:sp>
      <p:sp>
        <p:nvSpPr>
          <p:cNvPr id="15" name="">
            <a:extLst xmlns:a="http://schemas.openxmlformats.org/drawingml/2006/main">
              <a:ext uri="{FF2B5EF4-FFF2-40B4-BE49-F238E27FC236}">
                <a16:creationId xmlns:a16="http://schemas.microsoft.com/office/drawing/2014/main" id="{ABBDD9C1-1C85-476A-A686-8CDF5C122E46}"/>
              </a:ext>
            </a:extLst>
          </p:cNvPr>
          <p:cNvSpPr>
            <a:spLocks xmlns:a="http://schemas.openxmlformats.org/drawingml/2006/main" noGrp="1"/>
          </p:cNvSpPr>
          <p:nvPr/>
        </p:nvSpPr>
        <p:spPr>
          <a:xfrm xmlns:a="http://schemas.openxmlformats.org/drawingml/2006/main">
            <a:off x="714375" y="7239000"/>
            <a:ext cx="214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63A4B"/>
                </a:solidFill>
                <a:latin typeface="Arial"/>
                <a:ea typeface="Arial"/>
                <a:cs typeface="Arial"/>
              </a:defRPr>
            </a:defPPr>
            <a:lvl1pPr algn="l">
              <a:defRPr sz="1875" b="1">
                <a:solidFill>
                  <a:srgbClr val="263A4B"/>
                </a:solidFill>
                <a:latin typeface="Arial"/>
                <a:ea typeface="Arial"/>
                <a:cs typeface="Arial"/>
              </a:defRPr>
            </a:lvl1pPr>
            <a:lvl2pPr algn="l">
              <a:defRPr sz="1875" b="1">
                <a:solidFill>
                  <a:srgbClr val="263A4B"/>
                </a:solidFill>
                <a:latin typeface="Arial"/>
                <a:ea typeface="Arial"/>
                <a:cs typeface="Arial"/>
              </a:defRPr>
            </a:lvl2pPr>
            <a:lvl3pPr algn="l">
              <a:defRPr sz="1875" b="1">
                <a:solidFill>
                  <a:srgbClr val="263A4B"/>
                </a:solidFill>
                <a:latin typeface="Arial"/>
                <a:ea typeface="Arial"/>
                <a:cs typeface="Arial"/>
              </a:defRPr>
            </a:lvl3pPr>
            <a:lvl4pPr algn="l">
              <a:defRPr sz="1875" b="1">
                <a:solidFill>
                  <a:srgbClr val="263A4B"/>
                </a:solidFill>
                <a:latin typeface="Arial"/>
                <a:ea typeface="Arial"/>
                <a:cs typeface="Arial"/>
              </a:defRPr>
            </a:lvl4pPr>
            <a:lvl5pPr algn="l">
              <a:defRPr sz="1875" b="1">
                <a:solidFill>
                  <a:srgbClr val="263A4B"/>
                </a:solidFill>
                <a:latin typeface="Arial"/>
                <a:ea typeface="Arial"/>
                <a:cs typeface="Arial"/>
              </a:defRPr>
            </a:lvl5pPr>
            <a:lvl6pPr algn="l">
              <a:defRPr sz="1875" b="1">
                <a:solidFill>
                  <a:srgbClr val="263A4B"/>
                </a:solidFill>
                <a:latin typeface="Arial"/>
                <a:ea typeface="Arial"/>
                <a:cs typeface="Arial"/>
              </a:defRPr>
            </a:lvl6pPr>
            <a:lvl7pPr algn="l">
              <a:defRPr sz="1875" b="1">
                <a:solidFill>
                  <a:srgbClr val="263A4B"/>
                </a:solidFill>
                <a:latin typeface="Arial"/>
                <a:ea typeface="Arial"/>
                <a:cs typeface="Arial"/>
              </a:defRPr>
            </a:lvl7pPr>
            <a:lvl8pPr algn="l">
              <a:defRPr sz="1875" b="1">
                <a:solidFill>
                  <a:srgbClr val="263A4B"/>
                </a:solidFill>
                <a:latin typeface="Arial"/>
                <a:ea typeface="Arial"/>
                <a:cs typeface="Arial"/>
              </a:defRPr>
            </a:lvl8pPr>
            <a:lvl9pPr algn="l">
              <a:defRPr sz="1875" b="1">
                <a:solidFill>
                  <a:srgbClr val="263A4B"/>
                </a:solidFill>
                <a:latin typeface="Arial"/>
                <a:ea typeface="Arial"/>
                <a:cs typeface="Arial"/>
              </a:defRPr>
            </a:lvl9pPr>
          </a:lstStyle>
          <a:p xmlns:a="http://schemas.openxmlformats.org/drawingml/2006/main">
            <a:pPr algn="l">
              <a:defRPr sz="1875" b="1">
                <a:solidFill>
                  <a:srgbClr val="263A4B"/>
                </a:solidFill>
                <a:latin typeface="Arial"/>
                <a:ea typeface="Arial"/>
                <a:cs typeface="Arial"/>
              </a:defRPr>
            </a:pPr>
            <a:r>
              <a:rPr sz="1875" b="1">
                <a:solidFill>
                  <a:srgbClr val="263A4B"/>
                </a:solidFill>
                <a:latin typeface="Arial"/>
                <a:ea typeface="Arial"/>
                <a:cs typeface="Arial"/>
              </a:rPr>
              <a:t>Reporting and Help</a:t>
            </a:r>
          </a:p>
        </p:txBody>
      </p:sp>
      <p:sp>
        <p:nvSpPr>
          <p:cNvPr id="16" name="">
            <a:extLst xmlns:a="http://schemas.openxmlformats.org/drawingml/2006/main">
              <a:ext uri="{FF2B5EF4-FFF2-40B4-BE49-F238E27FC236}">
                <a16:creationId xmlns:a16="http://schemas.microsoft.com/office/drawing/2014/main" id="{51797A2E-E8E1-4E6C-A4B5-5A5F43156399}"/>
              </a:ext>
            </a:extLst>
          </p:cNvPr>
          <p:cNvSpPr>
            <a:spLocks xmlns:a="http://schemas.openxmlformats.org/drawingml/2006/main" noGrp="1"/>
          </p:cNvSpPr>
          <p:nvPr/>
        </p:nvSpPr>
        <p:spPr>
          <a:xfrm xmlns:a="http://schemas.openxmlformats.org/drawingml/2006/main">
            <a:off x="3095625" y="7191375"/>
            <a:ext cx="838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Admin xem doanh thu, số đơn và tồn thấp theo tiêu chí/kỳ rõ ràng. Hướng dẫn công khai giải thích tìm, đặt, theo dõi và điều kiện hủy.</a:t>
            </a:r>
          </a:p>
        </p:txBody>
      </p:sp>
    </p:spTree>
    <p:extLst>
      <p:ext uri="{BB962C8B-B14F-4D97-AF65-F5344CB8AC3E}">
        <p14:creationId xmlns:p14="http://schemas.microsoft.com/office/powerpoint/2010/main" val="1133901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7" name="">
            <a:extLst xmlns:a="http://schemas.openxmlformats.org/drawingml/2006/main">
              <a:ext uri="{FF2B5EF4-FFF2-40B4-BE49-F238E27FC236}">
                <a16:creationId xmlns:a16="http://schemas.microsoft.com/office/drawing/2014/main" id="{3C895396-35A9-426D-8139-38A89E7D1961}"/>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Conceptual Model</a:t>
            </a:r>
          </a:p>
        </p:txBody>
      </p:sp>
      <p:sp>
        <p:nvSpPr>
          <p:cNvPr id="2" name="">
            <a:extLst xmlns:a="http://schemas.openxmlformats.org/drawingml/2006/main">
              <a:ext uri="{FF2B5EF4-FFF2-40B4-BE49-F238E27FC236}">
                <a16:creationId xmlns:a16="http://schemas.microsoft.com/office/drawing/2014/main" id="{8B67739E-FB86-440A-9A03-D229A77EA075}"/>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A232817F-B4C2-450C-A208-B92771C9DF49}"/>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181B88B9-025A-4402-8B55-20D2DC1263F1}"/>
              </a:ext>
            </a:extLst>
          </p:cNvPr>
          <p:cNvSpPr>
            <a:spLocks xmlns:a="http://schemas.openxmlformats.org/drawingml/2006/main" noGrp="1"/>
          </p:cNvSpPr>
          <p:nvPr/>
        </p:nvSpPr>
        <p:spPr>
          <a:xfrm xmlns:a="http://schemas.openxmlformats.org/drawingml/2006/main">
            <a:off x="666750" y="1762125"/>
            <a:ext cx="4953000" cy="2143125"/>
          </a:xfrm>
          <a:prstGeom xmlns:a="http://schemas.openxmlformats.org/drawingml/2006/main" prst="rect">
            <a:avLst/>
          </a:prstGeom>
          <a:solidFill xmlns:a="http://schemas.openxmlformats.org/drawingml/2006/main">
            <a:srgbClr val="DAEBD4"/>
          </a:solidFill>
          <a:ln xmlns:a="http://schemas.openxmlformats.org/drawingml/2006/main" w="15240">
            <a:solidFill>
              <a:srgbClr val="87AA6C"/>
            </a:solidFill>
          </a:ln>
        </p:spPr>
      </p:sp>
      <p:sp>
        <p:nvSpPr>
          <p:cNvPr id="5" name="">
            <a:extLst xmlns:a="http://schemas.openxmlformats.org/drawingml/2006/main">
              <a:ext uri="{FF2B5EF4-FFF2-40B4-BE49-F238E27FC236}">
                <a16:creationId xmlns:a16="http://schemas.microsoft.com/office/drawing/2014/main" id="{2A7056B5-DE8D-4EBF-A0F6-8F71898FC896}"/>
              </a:ext>
            </a:extLst>
          </p:cNvPr>
          <p:cNvSpPr>
            <a:spLocks xmlns:a="http://schemas.openxmlformats.org/drawingml/2006/main" noGrp="1"/>
          </p:cNvSpPr>
          <p:nvPr/>
        </p:nvSpPr>
        <p:spPr>
          <a:xfrm xmlns:a="http://schemas.openxmlformats.org/drawingml/2006/main">
            <a:off x="742950" y="180975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Product Catalog</a:t>
            </a:r>
          </a:p>
        </p:txBody>
      </p:sp>
      <p:sp>
        <p:nvSpPr>
          <p:cNvPr id="6" name="">
            <a:extLst xmlns:a="http://schemas.openxmlformats.org/drawingml/2006/main">
              <a:ext uri="{FF2B5EF4-FFF2-40B4-BE49-F238E27FC236}">
                <a16:creationId xmlns:a16="http://schemas.microsoft.com/office/drawing/2014/main" id="{4812BDAC-5723-448A-9804-D64C7C2D5499}"/>
              </a:ext>
            </a:extLst>
          </p:cNvPr>
          <p:cNvSpPr>
            <a:spLocks xmlns:a="http://schemas.openxmlformats.org/drawingml/2006/main" noGrp="1"/>
          </p:cNvSpPr>
          <p:nvPr/>
        </p:nvSpPr>
        <p:spPr>
          <a:xfrm xmlns:a="http://schemas.openxmlformats.org/drawingml/2006/main">
            <a:off x="6477000" y="1762125"/>
            <a:ext cx="5048250" cy="2143125"/>
          </a:xfrm>
          <a:prstGeom xmlns:a="http://schemas.openxmlformats.org/drawingml/2006/main" prst="rect">
            <a:avLst/>
          </a:prstGeom>
          <a:solidFill xmlns:a="http://schemas.openxmlformats.org/drawingml/2006/main">
            <a:srgbClr val="DFEAFE"/>
          </a:solidFill>
          <a:ln xmlns:a="http://schemas.openxmlformats.org/drawingml/2006/main" w="15240">
            <a:solidFill>
              <a:srgbClr val="799CD0"/>
            </a:solidFill>
          </a:ln>
        </p:spPr>
      </p:sp>
      <p:sp>
        <p:nvSpPr>
          <p:cNvPr id="7" name="">
            <a:extLst xmlns:a="http://schemas.openxmlformats.org/drawingml/2006/main">
              <a:ext uri="{FF2B5EF4-FFF2-40B4-BE49-F238E27FC236}">
                <a16:creationId xmlns:a16="http://schemas.microsoft.com/office/drawing/2014/main" id="{D0A7432D-91C7-403D-BD02-A9266F88002E}"/>
              </a:ext>
            </a:extLst>
          </p:cNvPr>
          <p:cNvSpPr>
            <a:spLocks xmlns:a="http://schemas.openxmlformats.org/drawingml/2006/main" noGrp="1"/>
          </p:cNvSpPr>
          <p:nvPr/>
        </p:nvSpPr>
        <p:spPr>
          <a:xfrm xmlns:a="http://schemas.openxmlformats.org/drawingml/2006/main">
            <a:off x="6553200" y="1809750"/>
            <a:ext cx="4895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Shopping Cart</a:t>
            </a:r>
          </a:p>
        </p:txBody>
      </p:sp>
      <p:sp>
        <p:nvSpPr>
          <p:cNvPr id="8" name="">
            <a:extLst xmlns:a="http://schemas.openxmlformats.org/drawingml/2006/main">
              <a:ext uri="{FF2B5EF4-FFF2-40B4-BE49-F238E27FC236}">
                <a16:creationId xmlns:a16="http://schemas.microsoft.com/office/drawing/2014/main" id="{2B590AEE-B91C-4655-9708-232298FA2A6B}"/>
              </a:ext>
            </a:extLst>
          </p:cNvPr>
          <p:cNvSpPr>
            <a:spLocks xmlns:a="http://schemas.openxmlformats.org/drawingml/2006/main" noGrp="1"/>
          </p:cNvSpPr>
          <p:nvPr/>
        </p:nvSpPr>
        <p:spPr>
          <a:xfrm xmlns:a="http://schemas.openxmlformats.org/drawingml/2006/main">
            <a:off x="666750" y="4333875"/>
            <a:ext cx="3762375" cy="1905000"/>
          </a:xfrm>
          <a:prstGeom xmlns:a="http://schemas.openxmlformats.org/drawingml/2006/main" prst="rect">
            <a:avLst/>
          </a:prstGeom>
          <a:solidFill xmlns:a="http://schemas.openxmlformats.org/drawingml/2006/main">
            <a:srgbClr val="E4DAED"/>
          </a:solidFill>
          <a:ln xmlns:a="http://schemas.openxmlformats.org/drawingml/2006/main" w="15240">
            <a:solidFill>
              <a:srgbClr val="A18AB9"/>
            </a:solidFill>
          </a:ln>
        </p:spPr>
      </p:sp>
      <p:sp>
        <p:nvSpPr>
          <p:cNvPr id="9" name="">
            <a:extLst xmlns:a="http://schemas.openxmlformats.org/drawingml/2006/main">
              <a:ext uri="{FF2B5EF4-FFF2-40B4-BE49-F238E27FC236}">
                <a16:creationId xmlns:a16="http://schemas.microsoft.com/office/drawing/2014/main" id="{129D307F-9D9B-4145-A0F8-AF4E7AF60874}"/>
              </a:ext>
            </a:extLst>
          </p:cNvPr>
          <p:cNvSpPr>
            <a:spLocks xmlns:a="http://schemas.openxmlformats.org/drawingml/2006/main" noGrp="1"/>
          </p:cNvSpPr>
          <p:nvPr/>
        </p:nvSpPr>
        <p:spPr>
          <a:xfrm xmlns:a="http://schemas.openxmlformats.org/drawingml/2006/main">
            <a:off x="742950" y="4381500"/>
            <a:ext cx="3609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Inventory</a:t>
            </a:r>
          </a:p>
        </p:txBody>
      </p:sp>
      <p:sp>
        <p:nvSpPr>
          <p:cNvPr id="10" name="">
            <a:extLst xmlns:a="http://schemas.openxmlformats.org/drawingml/2006/main">
              <a:ext uri="{FF2B5EF4-FFF2-40B4-BE49-F238E27FC236}">
                <a16:creationId xmlns:a16="http://schemas.microsoft.com/office/drawing/2014/main" id="{CDE44288-8502-4368-9F9F-67631E977D35}"/>
              </a:ext>
            </a:extLst>
          </p:cNvPr>
          <p:cNvSpPr>
            <a:spLocks xmlns:a="http://schemas.openxmlformats.org/drawingml/2006/main" noGrp="1"/>
          </p:cNvSpPr>
          <p:nvPr/>
        </p:nvSpPr>
        <p:spPr>
          <a:xfrm xmlns:a="http://schemas.openxmlformats.org/drawingml/2006/main">
            <a:off x="4953000" y="4333875"/>
            <a:ext cx="6572250" cy="1905000"/>
          </a:xfrm>
          <a:prstGeom xmlns:a="http://schemas.openxmlformats.org/drawingml/2006/main" prst="rect">
            <a:avLst/>
          </a:prstGeom>
          <a:solidFill xmlns:a="http://schemas.openxmlformats.org/drawingml/2006/main">
            <a:srgbClr val="F9DDDA"/>
          </a:solidFill>
          <a:ln xmlns:a="http://schemas.openxmlformats.org/drawingml/2006/main" w="15240">
            <a:solidFill>
              <a:srgbClr val="C97F7A"/>
            </a:solidFill>
          </a:ln>
        </p:spPr>
      </p:sp>
      <p:sp>
        <p:nvSpPr>
          <p:cNvPr id="11" name="">
            <a:extLst xmlns:a="http://schemas.openxmlformats.org/drawingml/2006/main">
              <a:ext uri="{FF2B5EF4-FFF2-40B4-BE49-F238E27FC236}">
                <a16:creationId xmlns:a16="http://schemas.microsoft.com/office/drawing/2014/main" id="{35638CEC-D6D6-4912-A9FF-F871EDAEE4BF}"/>
              </a:ext>
            </a:extLst>
          </p:cNvPr>
          <p:cNvSpPr>
            <a:spLocks xmlns:a="http://schemas.openxmlformats.org/drawingml/2006/main" noGrp="1"/>
          </p:cNvSpPr>
          <p:nvPr/>
        </p:nvSpPr>
        <p:spPr>
          <a:xfrm xmlns:a="http://schemas.openxmlformats.org/drawingml/2006/main">
            <a:off x="5029200" y="438150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Access Control</a:t>
            </a:r>
          </a:p>
        </p:txBody>
      </p:sp>
      <p:sp>
        <p:nvSpPr>
          <p:cNvPr id="12" name="">
            <a:extLst xmlns:a="http://schemas.openxmlformats.org/drawingml/2006/main">
              <a:ext uri="{FF2B5EF4-FFF2-40B4-BE49-F238E27FC236}">
                <a16:creationId xmlns:a16="http://schemas.microsoft.com/office/drawing/2014/main" id="{895F39BE-0528-4C67-97A8-600D74EFADBF}"/>
              </a:ext>
            </a:extLst>
          </p:cNvPr>
          <p:cNvSpPr>
            <a:spLocks xmlns:a="http://schemas.openxmlformats.org/drawingml/2006/main" noGrp="1"/>
          </p:cNvSpPr>
          <p:nvPr/>
        </p:nvSpPr>
        <p:spPr>
          <a:xfrm xmlns:a="http://schemas.openxmlformats.org/drawingml/2006/main">
            <a:off x="666750" y="6667500"/>
            <a:ext cx="6191250" cy="1857375"/>
          </a:xfrm>
          <a:prstGeom xmlns:a="http://schemas.openxmlformats.org/drawingml/2006/main" prst="rect">
            <a:avLst/>
          </a:prstGeom>
          <a:solidFill xmlns:a="http://schemas.openxmlformats.org/drawingml/2006/main">
            <a:srgbClr val="F0F0F0"/>
          </a:solidFill>
          <a:ln xmlns:a="http://schemas.openxmlformats.org/drawingml/2006/main" w="15240">
            <a:solidFill>
              <a:srgbClr val="979797"/>
            </a:solidFill>
          </a:ln>
        </p:spPr>
      </p:sp>
      <p:sp>
        <p:nvSpPr>
          <p:cNvPr id="13" name="">
            <a:extLst xmlns:a="http://schemas.openxmlformats.org/drawingml/2006/main">
              <a:ext uri="{FF2B5EF4-FFF2-40B4-BE49-F238E27FC236}">
                <a16:creationId xmlns:a16="http://schemas.microsoft.com/office/drawing/2014/main" id="{7C35CF03-2B19-4C76-B137-648E8ACF462F}"/>
              </a:ext>
            </a:extLst>
          </p:cNvPr>
          <p:cNvSpPr>
            <a:spLocks xmlns:a="http://schemas.openxmlformats.org/drawingml/2006/main" noGrp="1"/>
          </p:cNvSpPr>
          <p:nvPr/>
        </p:nvSpPr>
        <p:spPr>
          <a:xfrm xmlns:a="http://schemas.openxmlformats.org/drawingml/2006/main">
            <a:off x="742950" y="6715125"/>
            <a:ext cx="603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Order Processing</a:t>
            </a:r>
          </a:p>
        </p:txBody>
      </p:sp>
      <p:sp>
        <p:nvSpPr>
          <p:cNvPr id="14" name="">
            <a:extLst xmlns:a="http://schemas.openxmlformats.org/drawingml/2006/main">
              <a:ext uri="{FF2B5EF4-FFF2-40B4-BE49-F238E27FC236}">
                <a16:creationId xmlns:a16="http://schemas.microsoft.com/office/drawing/2014/main" id="{14014B6D-1F36-4719-9C8E-0B064EEE1D77}"/>
              </a:ext>
            </a:extLst>
          </p:cNvPr>
          <p:cNvSpPr>
            <a:spLocks xmlns:a="http://schemas.openxmlformats.org/drawingml/2006/main" noGrp="1"/>
          </p:cNvSpPr>
          <p:nvPr/>
        </p:nvSpPr>
        <p:spPr>
          <a:xfrm xmlns:a="http://schemas.openxmlformats.org/drawingml/2006/main">
            <a:off x="7429500" y="6667500"/>
            <a:ext cx="4095750" cy="1857375"/>
          </a:xfrm>
          <a:prstGeom xmlns:a="http://schemas.openxmlformats.org/drawingml/2006/main" prst="rect">
            <a:avLst/>
          </a:prstGeom>
          <a:solidFill xmlns:a="http://schemas.openxmlformats.org/drawingml/2006/main">
            <a:srgbClr val="FFF1CE"/>
          </a:solidFill>
          <a:ln xmlns:a="http://schemas.openxmlformats.org/drawingml/2006/main" w="15240">
            <a:solidFill>
              <a:srgbClr val="D3B060"/>
            </a:solidFill>
          </a:ln>
        </p:spPr>
      </p:sp>
      <p:sp>
        <p:nvSpPr>
          <p:cNvPr id="15" name="">
            <a:extLst xmlns:a="http://schemas.openxmlformats.org/drawingml/2006/main">
              <a:ext uri="{FF2B5EF4-FFF2-40B4-BE49-F238E27FC236}">
                <a16:creationId xmlns:a16="http://schemas.microsoft.com/office/drawing/2014/main" id="{184148EC-D910-46C1-9B0E-8A2C02720CB6}"/>
              </a:ext>
            </a:extLst>
          </p:cNvPr>
          <p:cNvSpPr>
            <a:spLocks xmlns:a="http://schemas.openxmlformats.org/drawingml/2006/main" noGrp="1"/>
          </p:cNvSpPr>
          <p:nvPr/>
        </p:nvSpPr>
        <p:spPr>
          <a:xfrm xmlns:a="http://schemas.openxmlformats.org/drawingml/2006/main">
            <a:off x="7505700" y="6715125"/>
            <a:ext cx="3943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11111"/>
                </a:solidFill>
                <a:latin typeface="Arial"/>
                <a:ea typeface="Arial"/>
                <a:cs typeface="Arial"/>
              </a:defRPr>
            </a:defPPr>
            <a:lvl1pPr algn="ctr">
              <a:defRPr sz="1725" b="1">
                <a:solidFill>
                  <a:srgbClr val="111111"/>
                </a:solidFill>
                <a:latin typeface="Arial"/>
                <a:ea typeface="Arial"/>
                <a:cs typeface="Arial"/>
              </a:defRPr>
            </a:lvl1pPr>
            <a:lvl2pPr algn="ctr">
              <a:defRPr sz="1725" b="1">
                <a:solidFill>
                  <a:srgbClr val="111111"/>
                </a:solidFill>
                <a:latin typeface="Arial"/>
                <a:ea typeface="Arial"/>
                <a:cs typeface="Arial"/>
              </a:defRPr>
            </a:lvl2pPr>
            <a:lvl3pPr algn="ctr">
              <a:defRPr sz="1725" b="1">
                <a:solidFill>
                  <a:srgbClr val="111111"/>
                </a:solidFill>
                <a:latin typeface="Arial"/>
                <a:ea typeface="Arial"/>
                <a:cs typeface="Arial"/>
              </a:defRPr>
            </a:lvl3pPr>
            <a:lvl4pPr algn="ctr">
              <a:defRPr sz="1725" b="1">
                <a:solidFill>
                  <a:srgbClr val="111111"/>
                </a:solidFill>
                <a:latin typeface="Arial"/>
                <a:ea typeface="Arial"/>
                <a:cs typeface="Arial"/>
              </a:defRPr>
            </a:lvl4pPr>
            <a:lvl5pPr algn="ctr">
              <a:defRPr sz="1725" b="1">
                <a:solidFill>
                  <a:srgbClr val="111111"/>
                </a:solidFill>
                <a:latin typeface="Arial"/>
                <a:ea typeface="Arial"/>
                <a:cs typeface="Arial"/>
              </a:defRPr>
            </a:lvl5pPr>
            <a:lvl6pPr algn="ctr">
              <a:defRPr sz="1725" b="1">
                <a:solidFill>
                  <a:srgbClr val="111111"/>
                </a:solidFill>
                <a:latin typeface="Arial"/>
                <a:ea typeface="Arial"/>
                <a:cs typeface="Arial"/>
              </a:defRPr>
            </a:lvl6pPr>
            <a:lvl7pPr algn="ctr">
              <a:defRPr sz="1725" b="1">
                <a:solidFill>
                  <a:srgbClr val="111111"/>
                </a:solidFill>
                <a:latin typeface="Arial"/>
                <a:ea typeface="Arial"/>
                <a:cs typeface="Arial"/>
              </a:defRPr>
            </a:lvl7pPr>
            <a:lvl8pPr algn="ctr">
              <a:defRPr sz="1725" b="1">
                <a:solidFill>
                  <a:srgbClr val="111111"/>
                </a:solidFill>
                <a:latin typeface="Arial"/>
                <a:ea typeface="Arial"/>
                <a:cs typeface="Arial"/>
              </a:defRPr>
            </a:lvl8pPr>
            <a:lvl9pPr algn="ctr">
              <a:defRPr sz="1725" b="1">
                <a:solidFill>
                  <a:srgbClr val="111111"/>
                </a:solidFill>
                <a:latin typeface="Arial"/>
                <a:ea typeface="Arial"/>
                <a:cs typeface="Arial"/>
              </a:defRPr>
            </a:lvl9pPr>
          </a:lstStyle>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Reporting</a:t>
            </a:r>
          </a:p>
        </p:txBody>
      </p:sp>
      <p:sp>
        <p:nvSpPr>
          <p:cNvPr id="16" name="">
            <a:extLst xmlns:a="http://schemas.openxmlformats.org/drawingml/2006/main">
              <a:ext uri="{FF2B5EF4-FFF2-40B4-BE49-F238E27FC236}">
                <a16:creationId xmlns:a16="http://schemas.microsoft.com/office/drawing/2014/main" id="{0CE8E33F-41C1-4DAF-B087-3C82526D6DE0}"/>
              </a:ext>
            </a:extLst>
          </p:cNvPr>
          <p:cNvSpPr>
            <a:spLocks xmlns:a="http://schemas.openxmlformats.org/drawingml/2006/main" noGrp="1"/>
          </p:cNvSpPr>
          <p:nvPr/>
        </p:nvSpPr>
        <p:spPr>
          <a:xfrm xmlns:a="http://schemas.openxmlformats.org/drawingml/2006/main">
            <a:off x="952500" y="2238375"/>
            <a:ext cx="17145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17" name="">
            <a:extLst xmlns:a="http://schemas.openxmlformats.org/drawingml/2006/main">
              <a:ext uri="{FF2B5EF4-FFF2-40B4-BE49-F238E27FC236}">
                <a16:creationId xmlns:a16="http://schemas.microsoft.com/office/drawing/2014/main" id="{C9AE8514-44D0-4D71-A9FE-BA3CB5341820}"/>
              </a:ext>
            </a:extLst>
          </p:cNvPr>
          <p:cNvSpPr>
            <a:spLocks xmlns:a="http://schemas.openxmlformats.org/drawingml/2006/main" noGrp="1"/>
          </p:cNvSpPr>
          <p:nvPr/>
        </p:nvSpPr>
        <p:spPr>
          <a:xfrm xmlns:a="http://schemas.openxmlformats.org/drawingml/2006/main">
            <a:off x="981075" y="2257425"/>
            <a:ext cx="1657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Category</a:t>
            </a:r>
          </a:p>
        </p:txBody>
      </p:sp>
      <p:sp>
        <p:nvSpPr>
          <p:cNvPr id="18" name="">
            <a:extLst xmlns:a="http://schemas.openxmlformats.org/drawingml/2006/main">
              <a:ext uri="{FF2B5EF4-FFF2-40B4-BE49-F238E27FC236}">
                <a16:creationId xmlns:a16="http://schemas.microsoft.com/office/drawing/2014/main" id="{53808017-C307-4A49-AAA6-75D08FF329A7}"/>
              </a:ext>
            </a:extLst>
          </p:cNvPr>
          <p:cNvSpPr>
            <a:spLocks xmlns:a="http://schemas.openxmlformats.org/drawingml/2006/main" noGrp="1"/>
          </p:cNvSpPr>
          <p:nvPr/>
        </p:nvSpPr>
        <p:spPr>
          <a:xfrm xmlns:a="http://schemas.openxmlformats.org/drawingml/2006/main">
            <a:off x="952500" y="2562225"/>
            <a:ext cx="17145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19" name="">
            <a:extLst xmlns:a="http://schemas.openxmlformats.org/drawingml/2006/main">
              <a:ext uri="{FF2B5EF4-FFF2-40B4-BE49-F238E27FC236}">
                <a16:creationId xmlns:a16="http://schemas.microsoft.com/office/drawing/2014/main" id="{9215DB83-9C83-448B-90EA-6A426274A896}"/>
              </a:ext>
            </a:extLst>
          </p:cNvPr>
          <p:cNvSpPr>
            <a:spLocks xmlns:a="http://schemas.openxmlformats.org/drawingml/2006/main" noGrp="1"/>
          </p:cNvSpPr>
          <p:nvPr/>
        </p:nvSpPr>
        <p:spPr>
          <a:xfrm xmlns:a="http://schemas.openxmlformats.org/drawingml/2006/main">
            <a:off x="3524250" y="2238375"/>
            <a:ext cx="1524000" cy="61912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20" name="">
            <a:extLst xmlns:a="http://schemas.openxmlformats.org/drawingml/2006/main">
              <a:ext uri="{FF2B5EF4-FFF2-40B4-BE49-F238E27FC236}">
                <a16:creationId xmlns:a16="http://schemas.microsoft.com/office/drawing/2014/main" id="{C6CB9586-DA77-4B07-B964-E0E15FF6D641}"/>
              </a:ext>
            </a:extLst>
          </p:cNvPr>
          <p:cNvSpPr>
            <a:spLocks xmlns:a="http://schemas.openxmlformats.org/drawingml/2006/main" noGrp="1"/>
          </p:cNvSpPr>
          <p:nvPr/>
        </p:nvSpPr>
        <p:spPr>
          <a:xfrm xmlns:a="http://schemas.openxmlformats.org/drawingml/2006/main">
            <a:off x="3552825" y="22574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Product</a:t>
            </a:r>
          </a:p>
        </p:txBody>
      </p:sp>
      <p:sp>
        <p:nvSpPr>
          <p:cNvPr id="21" name="">
            <a:extLst xmlns:a="http://schemas.openxmlformats.org/drawingml/2006/main">
              <a:ext uri="{FF2B5EF4-FFF2-40B4-BE49-F238E27FC236}">
                <a16:creationId xmlns:a16="http://schemas.microsoft.com/office/drawing/2014/main" id="{DC1B7E0A-CA35-40A7-8E19-A1D67E7535CC}"/>
              </a:ext>
            </a:extLst>
          </p:cNvPr>
          <p:cNvSpPr>
            <a:spLocks xmlns:a="http://schemas.openxmlformats.org/drawingml/2006/main" noGrp="1"/>
          </p:cNvSpPr>
          <p:nvPr/>
        </p:nvSpPr>
        <p:spPr>
          <a:xfrm xmlns:a="http://schemas.openxmlformats.org/drawingml/2006/main">
            <a:off x="3524250" y="256222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22" name="">
            <a:extLst xmlns:a="http://schemas.openxmlformats.org/drawingml/2006/main">
              <a:ext uri="{FF2B5EF4-FFF2-40B4-BE49-F238E27FC236}">
                <a16:creationId xmlns:a16="http://schemas.microsoft.com/office/drawing/2014/main" id="{C07BD6B8-D8B9-4D2D-9DB8-14588322D194}"/>
              </a:ext>
            </a:extLst>
          </p:cNvPr>
          <p:cNvSpPr>
            <a:spLocks xmlns:a="http://schemas.openxmlformats.org/drawingml/2006/main" noGrp="1"/>
          </p:cNvSpPr>
          <p:nvPr/>
        </p:nvSpPr>
        <p:spPr>
          <a:xfrm xmlns:a="http://schemas.openxmlformats.org/drawingml/2006/main">
            <a:off x="1047750" y="3286125"/>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23" name="">
            <a:extLst xmlns:a="http://schemas.openxmlformats.org/drawingml/2006/main">
              <a:ext uri="{FF2B5EF4-FFF2-40B4-BE49-F238E27FC236}">
                <a16:creationId xmlns:a16="http://schemas.microsoft.com/office/drawing/2014/main" id="{37C86954-A592-473C-B3CE-6F228D6228BF}"/>
              </a:ext>
            </a:extLst>
          </p:cNvPr>
          <p:cNvSpPr>
            <a:spLocks xmlns:a="http://schemas.openxmlformats.org/drawingml/2006/main" noGrp="1"/>
          </p:cNvSpPr>
          <p:nvPr/>
        </p:nvSpPr>
        <p:spPr>
          <a:xfrm xmlns:a="http://schemas.openxmlformats.org/drawingml/2006/main">
            <a:off x="1076325" y="330517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Buyer</a:t>
            </a:r>
          </a:p>
        </p:txBody>
      </p:sp>
      <p:sp>
        <p:nvSpPr>
          <p:cNvPr id="24" name="">
            <a:extLst xmlns:a="http://schemas.openxmlformats.org/drawingml/2006/main">
              <a:ext uri="{FF2B5EF4-FFF2-40B4-BE49-F238E27FC236}">
                <a16:creationId xmlns:a16="http://schemas.microsoft.com/office/drawing/2014/main" id="{D65B1CFD-B156-41DF-BBF8-9AAEC09326E0}"/>
              </a:ext>
            </a:extLst>
          </p:cNvPr>
          <p:cNvSpPr>
            <a:spLocks xmlns:a="http://schemas.openxmlformats.org/drawingml/2006/main" noGrp="1"/>
          </p:cNvSpPr>
          <p:nvPr/>
        </p:nvSpPr>
        <p:spPr>
          <a:xfrm xmlns:a="http://schemas.openxmlformats.org/drawingml/2006/main">
            <a:off x="1047750" y="360997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25" name="">
            <a:extLst xmlns:a="http://schemas.openxmlformats.org/drawingml/2006/main">
              <a:ext uri="{FF2B5EF4-FFF2-40B4-BE49-F238E27FC236}">
                <a16:creationId xmlns:a16="http://schemas.microsoft.com/office/drawing/2014/main" id="{71DD138D-7811-4AEF-ADC0-16CE75FE1C78}"/>
              </a:ext>
            </a:extLst>
          </p:cNvPr>
          <p:cNvSpPr>
            <a:spLocks xmlns:a="http://schemas.openxmlformats.org/drawingml/2006/main" noGrp="1"/>
          </p:cNvSpPr>
          <p:nvPr/>
        </p:nvSpPr>
        <p:spPr>
          <a:xfrm xmlns:a="http://schemas.openxmlformats.org/drawingml/2006/main">
            <a:off x="3524250" y="3286125"/>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26" name="">
            <a:extLst xmlns:a="http://schemas.openxmlformats.org/drawingml/2006/main">
              <a:ext uri="{FF2B5EF4-FFF2-40B4-BE49-F238E27FC236}">
                <a16:creationId xmlns:a16="http://schemas.microsoft.com/office/drawing/2014/main" id="{870FCB69-DC98-437F-BE72-31A69A959D9C}"/>
              </a:ext>
            </a:extLst>
          </p:cNvPr>
          <p:cNvSpPr>
            <a:spLocks xmlns:a="http://schemas.openxmlformats.org/drawingml/2006/main" noGrp="1"/>
          </p:cNvSpPr>
          <p:nvPr/>
        </p:nvSpPr>
        <p:spPr>
          <a:xfrm xmlns:a="http://schemas.openxmlformats.org/drawingml/2006/main">
            <a:off x="3552825" y="330517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SysAdmin</a:t>
            </a:r>
          </a:p>
        </p:txBody>
      </p:sp>
      <p:sp>
        <p:nvSpPr>
          <p:cNvPr id="27" name="">
            <a:extLst xmlns:a="http://schemas.openxmlformats.org/drawingml/2006/main">
              <a:ext uri="{FF2B5EF4-FFF2-40B4-BE49-F238E27FC236}">
                <a16:creationId xmlns:a16="http://schemas.microsoft.com/office/drawing/2014/main" id="{5D2FD1C3-BFC2-4D7D-A621-361413CAE9D5}"/>
              </a:ext>
            </a:extLst>
          </p:cNvPr>
          <p:cNvSpPr>
            <a:spLocks xmlns:a="http://schemas.openxmlformats.org/drawingml/2006/main" noGrp="1"/>
          </p:cNvSpPr>
          <p:nvPr/>
        </p:nvSpPr>
        <p:spPr>
          <a:xfrm xmlns:a="http://schemas.openxmlformats.org/drawingml/2006/main">
            <a:off x="3524250" y="360997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28" name="">
            <a:extLst xmlns:a="http://schemas.openxmlformats.org/drawingml/2006/main">
              <a:ext uri="{FF2B5EF4-FFF2-40B4-BE49-F238E27FC236}">
                <a16:creationId xmlns:a16="http://schemas.microsoft.com/office/drawing/2014/main" id="{23718FC3-03B7-44CF-92F3-019BBAC41883}"/>
              </a:ext>
            </a:extLst>
          </p:cNvPr>
          <p:cNvSpPr>
            <a:spLocks xmlns:a="http://schemas.openxmlformats.org/drawingml/2006/main" noGrp="1"/>
          </p:cNvSpPr>
          <p:nvPr/>
        </p:nvSpPr>
        <p:spPr>
          <a:xfrm xmlns:a="http://schemas.openxmlformats.org/drawingml/2006/main">
            <a:off x="6953250" y="2238375"/>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29" name="">
            <a:extLst xmlns:a="http://schemas.openxmlformats.org/drawingml/2006/main">
              <a:ext uri="{FF2B5EF4-FFF2-40B4-BE49-F238E27FC236}">
                <a16:creationId xmlns:a16="http://schemas.microsoft.com/office/drawing/2014/main" id="{725B8D7C-9071-4B88-BCBD-C94004101F14}"/>
              </a:ext>
            </a:extLst>
          </p:cNvPr>
          <p:cNvSpPr>
            <a:spLocks xmlns:a="http://schemas.openxmlformats.org/drawingml/2006/main" noGrp="1"/>
          </p:cNvSpPr>
          <p:nvPr/>
        </p:nvSpPr>
        <p:spPr>
          <a:xfrm xmlns:a="http://schemas.openxmlformats.org/drawingml/2006/main">
            <a:off x="6981825" y="22574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Product</a:t>
            </a:r>
          </a:p>
        </p:txBody>
      </p:sp>
      <p:sp>
        <p:nvSpPr>
          <p:cNvPr id="30" name="">
            <a:extLst xmlns:a="http://schemas.openxmlformats.org/drawingml/2006/main">
              <a:ext uri="{FF2B5EF4-FFF2-40B4-BE49-F238E27FC236}">
                <a16:creationId xmlns:a16="http://schemas.microsoft.com/office/drawing/2014/main" id="{D544E6B8-5570-46B1-A85D-641FC0BE89D1}"/>
              </a:ext>
            </a:extLst>
          </p:cNvPr>
          <p:cNvSpPr>
            <a:spLocks xmlns:a="http://schemas.openxmlformats.org/drawingml/2006/main" noGrp="1"/>
          </p:cNvSpPr>
          <p:nvPr/>
        </p:nvSpPr>
        <p:spPr>
          <a:xfrm xmlns:a="http://schemas.openxmlformats.org/drawingml/2006/main">
            <a:off x="6953250" y="256222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31" name="">
            <a:extLst xmlns:a="http://schemas.openxmlformats.org/drawingml/2006/main">
              <a:ext uri="{FF2B5EF4-FFF2-40B4-BE49-F238E27FC236}">
                <a16:creationId xmlns:a16="http://schemas.microsoft.com/office/drawing/2014/main" id="{44AE5C10-F809-47A4-848A-834B4312E059}"/>
              </a:ext>
            </a:extLst>
          </p:cNvPr>
          <p:cNvSpPr>
            <a:spLocks xmlns:a="http://schemas.openxmlformats.org/drawingml/2006/main" noGrp="1"/>
          </p:cNvSpPr>
          <p:nvPr/>
        </p:nvSpPr>
        <p:spPr>
          <a:xfrm xmlns:a="http://schemas.openxmlformats.org/drawingml/2006/main">
            <a:off x="9525000" y="2238375"/>
            <a:ext cx="1524000" cy="61912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32" name="">
            <a:extLst xmlns:a="http://schemas.openxmlformats.org/drawingml/2006/main">
              <a:ext uri="{FF2B5EF4-FFF2-40B4-BE49-F238E27FC236}">
                <a16:creationId xmlns:a16="http://schemas.microsoft.com/office/drawing/2014/main" id="{1755CC76-9F1F-4647-A730-CB44F0F66DC5}"/>
              </a:ext>
            </a:extLst>
          </p:cNvPr>
          <p:cNvSpPr>
            <a:spLocks xmlns:a="http://schemas.openxmlformats.org/drawingml/2006/main" noGrp="1"/>
          </p:cNvSpPr>
          <p:nvPr/>
        </p:nvSpPr>
        <p:spPr>
          <a:xfrm xmlns:a="http://schemas.openxmlformats.org/drawingml/2006/main">
            <a:off x="9553575" y="22574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Cart</a:t>
            </a:r>
          </a:p>
        </p:txBody>
      </p:sp>
      <p:sp>
        <p:nvSpPr>
          <p:cNvPr id="33" name="">
            <a:extLst xmlns:a="http://schemas.openxmlformats.org/drawingml/2006/main">
              <a:ext uri="{FF2B5EF4-FFF2-40B4-BE49-F238E27FC236}">
                <a16:creationId xmlns:a16="http://schemas.microsoft.com/office/drawing/2014/main" id="{24AB83C3-C42A-46CC-A910-48F6E5B10367}"/>
              </a:ext>
            </a:extLst>
          </p:cNvPr>
          <p:cNvSpPr>
            <a:spLocks xmlns:a="http://schemas.openxmlformats.org/drawingml/2006/main" noGrp="1"/>
          </p:cNvSpPr>
          <p:nvPr/>
        </p:nvSpPr>
        <p:spPr>
          <a:xfrm xmlns:a="http://schemas.openxmlformats.org/drawingml/2006/main">
            <a:off x="9525000" y="256222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34" name="">
            <a:extLst xmlns:a="http://schemas.openxmlformats.org/drawingml/2006/main">
              <a:ext uri="{FF2B5EF4-FFF2-40B4-BE49-F238E27FC236}">
                <a16:creationId xmlns:a16="http://schemas.microsoft.com/office/drawing/2014/main" id="{93B10AD0-63D9-4B52-80F2-89DDA380DCF2}"/>
              </a:ext>
            </a:extLst>
          </p:cNvPr>
          <p:cNvSpPr>
            <a:spLocks xmlns:a="http://schemas.openxmlformats.org/drawingml/2006/main" noGrp="1"/>
          </p:cNvSpPr>
          <p:nvPr/>
        </p:nvSpPr>
        <p:spPr>
          <a:xfrm xmlns:a="http://schemas.openxmlformats.org/drawingml/2006/main">
            <a:off x="6953250" y="3238500"/>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35" name="">
            <a:extLst xmlns:a="http://schemas.openxmlformats.org/drawingml/2006/main">
              <a:ext uri="{FF2B5EF4-FFF2-40B4-BE49-F238E27FC236}">
                <a16:creationId xmlns:a16="http://schemas.microsoft.com/office/drawing/2014/main" id="{082B2116-76B4-4AE4-8CEC-155FED949014}"/>
              </a:ext>
            </a:extLst>
          </p:cNvPr>
          <p:cNvSpPr>
            <a:spLocks xmlns:a="http://schemas.openxmlformats.org/drawingml/2006/main" noGrp="1"/>
          </p:cNvSpPr>
          <p:nvPr/>
        </p:nvSpPr>
        <p:spPr>
          <a:xfrm xmlns:a="http://schemas.openxmlformats.org/drawingml/2006/main">
            <a:off x="6981825" y="3257550"/>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CartItem</a:t>
            </a:r>
          </a:p>
        </p:txBody>
      </p:sp>
      <p:sp>
        <p:nvSpPr>
          <p:cNvPr id="36" name="">
            <a:extLst xmlns:a="http://schemas.openxmlformats.org/drawingml/2006/main">
              <a:ext uri="{FF2B5EF4-FFF2-40B4-BE49-F238E27FC236}">
                <a16:creationId xmlns:a16="http://schemas.microsoft.com/office/drawing/2014/main" id="{BF1C28B5-DE81-488F-BB69-F0FC46510FAE}"/>
              </a:ext>
            </a:extLst>
          </p:cNvPr>
          <p:cNvSpPr>
            <a:spLocks xmlns:a="http://schemas.openxmlformats.org/drawingml/2006/main" noGrp="1"/>
          </p:cNvSpPr>
          <p:nvPr/>
        </p:nvSpPr>
        <p:spPr>
          <a:xfrm xmlns:a="http://schemas.openxmlformats.org/drawingml/2006/main">
            <a:off x="6953250" y="3562350"/>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37" name="">
            <a:extLst xmlns:a="http://schemas.openxmlformats.org/drawingml/2006/main">
              <a:ext uri="{FF2B5EF4-FFF2-40B4-BE49-F238E27FC236}">
                <a16:creationId xmlns:a16="http://schemas.microsoft.com/office/drawing/2014/main" id="{7B04AC48-7C4C-4FD7-B948-F1B37F2257B4}"/>
              </a:ext>
            </a:extLst>
          </p:cNvPr>
          <p:cNvSpPr>
            <a:spLocks xmlns:a="http://schemas.openxmlformats.org/drawingml/2006/main" noGrp="1"/>
          </p:cNvSpPr>
          <p:nvPr/>
        </p:nvSpPr>
        <p:spPr>
          <a:xfrm xmlns:a="http://schemas.openxmlformats.org/drawingml/2006/main">
            <a:off x="9525000" y="3238500"/>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38" name="">
            <a:extLst xmlns:a="http://schemas.openxmlformats.org/drawingml/2006/main">
              <a:ext uri="{FF2B5EF4-FFF2-40B4-BE49-F238E27FC236}">
                <a16:creationId xmlns:a16="http://schemas.microsoft.com/office/drawing/2014/main" id="{4716F0C2-2937-41F2-BD77-D4DA73AC9BD6}"/>
              </a:ext>
            </a:extLst>
          </p:cNvPr>
          <p:cNvSpPr>
            <a:spLocks xmlns:a="http://schemas.openxmlformats.org/drawingml/2006/main" noGrp="1"/>
          </p:cNvSpPr>
          <p:nvPr/>
        </p:nvSpPr>
        <p:spPr>
          <a:xfrm xmlns:a="http://schemas.openxmlformats.org/drawingml/2006/main">
            <a:off x="9553575" y="3257550"/>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Buyer</a:t>
            </a:r>
          </a:p>
        </p:txBody>
      </p:sp>
      <p:sp>
        <p:nvSpPr>
          <p:cNvPr id="39" name="">
            <a:extLst xmlns:a="http://schemas.openxmlformats.org/drawingml/2006/main">
              <a:ext uri="{FF2B5EF4-FFF2-40B4-BE49-F238E27FC236}">
                <a16:creationId xmlns:a16="http://schemas.microsoft.com/office/drawing/2014/main" id="{8B567467-E1AF-4DB7-B25E-4B0BE75B04E2}"/>
              </a:ext>
            </a:extLst>
          </p:cNvPr>
          <p:cNvSpPr>
            <a:spLocks xmlns:a="http://schemas.openxmlformats.org/drawingml/2006/main" noGrp="1"/>
          </p:cNvSpPr>
          <p:nvPr/>
        </p:nvSpPr>
        <p:spPr>
          <a:xfrm xmlns:a="http://schemas.openxmlformats.org/drawingml/2006/main">
            <a:off x="9525000" y="3562350"/>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40" name="">
            <a:extLst xmlns:a="http://schemas.openxmlformats.org/drawingml/2006/main">
              <a:ext uri="{FF2B5EF4-FFF2-40B4-BE49-F238E27FC236}">
                <a16:creationId xmlns:a16="http://schemas.microsoft.com/office/drawing/2014/main" id="{C7AB712A-3CDE-443F-A10A-7E3A6627F3F1}"/>
              </a:ext>
            </a:extLst>
          </p:cNvPr>
          <p:cNvSpPr>
            <a:spLocks xmlns:a="http://schemas.openxmlformats.org/drawingml/2006/main" noGrp="1"/>
          </p:cNvSpPr>
          <p:nvPr/>
        </p:nvSpPr>
        <p:spPr>
          <a:xfrm xmlns:a="http://schemas.openxmlformats.org/drawingml/2006/main">
            <a:off x="952500" y="4905375"/>
            <a:ext cx="142875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41" name="">
            <a:extLst xmlns:a="http://schemas.openxmlformats.org/drawingml/2006/main">
              <a:ext uri="{FF2B5EF4-FFF2-40B4-BE49-F238E27FC236}">
                <a16:creationId xmlns:a16="http://schemas.microsoft.com/office/drawing/2014/main" id="{1B4B2141-0DB0-4570-BB34-591B5B9FE22B}"/>
              </a:ext>
            </a:extLst>
          </p:cNvPr>
          <p:cNvSpPr>
            <a:spLocks xmlns:a="http://schemas.openxmlformats.org/drawingml/2006/main" noGrp="1"/>
          </p:cNvSpPr>
          <p:nvPr/>
        </p:nvSpPr>
        <p:spPr>
          <a:xfrm xmlns:a="http://schemas.openxmlformats.org/drawingml/2006/main">
            <a:off x="981075" y="4924425"/>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SysAdmin</a:t>
            </a:r>
          </a:p>
        </p:txBody>
      </p:sp>
      <p:sp>
        <p:nvSpPr>
          <p:cNvPr id="42" name="">
            <a:extLst xmlns:a="http://schemas.openxmlformats.org/drawingml/2006/main">
              <a:ext uri="{FF2B5EF4-FFF2-40B4-BE49-F238E27FC236}">
                <a16:creationId xmlns:a16="http://schemas.microsoft.com/office/drawing/2014/main" id="{98263162-E593-4791-AE2D-1CD0DD713D26}"/>
              </a:ext>
            </a:extLst>
          </p:cNvPr>
          <p:cNvSpPr>
            <a:spLocks xmlns:a="http://schemas.openxmlformats.org/drawingml/2006/main" noGrp="1"/>
          </p:cNvSpPr>
          <p:nvPr/>
        </p:nvSpPr>
        <p:spPr>
          <a:xfrm xmlns:a="http://schemas.openxmlformats.org/drawingml/2006/main">
            <a:off x="952500" y="5229225"/>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43" name="">
            <a:extLst xmlns:a="http://schemas.openxmlformats.org/drawingml/2006/main">
              <a:ext uri="{FF2B5EF4-FFF2-40B4-BE49-F238E27FC236}">
                <a16:creationId xmlns:a16="http://schemas.microsoft.com/office/drawing/2014/main" id="{93A3D84F-A2A1-4ABC-8152-3284A2212FDE}"/>
              </a:ext>
            </a:extLst>
          </p:cNvPr>
          <p:cNvSpPr>
            <a:spLocks xmlns:a="http://schemas.openxmlformats.org/drawingml/2006/main" noGrp="1"/>
          </p:cNvSpPr>
          <p:nvPr/>
        </p:nvSpPr>
        <p:spPr>
          <a:xfrm xmlns:a="http://schemas.openxmlformats.org/drawingml/2006/main">
            <a:off x="2667000" y="4905375"/>
            <a:ext cx="1428750" cy="66675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44" name="">
            <a:extLst xmlns:a="http://schemas.openxmlformats.org/drawingml/2006/main">
              <a:ext uri="{FF2B5EF4-FFF2-40B4-BE49-F238E27FC236}">
                <a16:creationId xmlns:a16="http://schemas.microsoft.com/office/drawing/2014/main" id="{2301F2D2-7E6D-4633-AB3F-83A0F037C1A5}"/>
              </a:ext>
            </a:extLst>
          </p:cNvPr>
          <p:cNvSpPr>
            <a:spLocks xmlns:a="http://schemas.openxmlformats.org/drawingml/2006/main" noGrp="1"/>
          </p:cNvSpPr>
          <p:nvPr/>
        </p:nvSpPr>
        <p:spPr>
          <a:xfrm xmlns:a="http://schemas.openxmlformats.org/drawingml/2006/main">
            <a:off x="2695575" y="4924425"/>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Stock</a:t>
            </a:r>
          </a:p>
        </p:txBody>
      </p:sp>
      <p:sp>
        <p:nvSpPr>
          <p:cNvPr id="45" name="">
            <a:extLst xmlns:a="http://schemas.openxmlformats.org/drawingml/2006/main">
              <a:ext uri="{FF2B5EF4-FFF2-40B4-BE49-F238E27FC236}">
                <a16:creationId xmlns:a16="http://schemas.microsoft.com/office/drawing/2014/main" id="{D0974C2A-C7E0-4306-B15F-5C209B652010}"/>
              </a:ext>
            </a:extLst>
          </p:cNvPr>
          <p:cNvSpPr>
            <a:spLocks xmlns:a="http://schemas.openxmlformats.org/drawingml/2006/main" noGrp="1"/>
          </p:cNvSpPr>
          <p:nvPr/>
        </p:nvSpPr>
        <p:spPr>
          <a:xfrm xmlns:a="http://schemas.openxmlformats.org/drawingml/2006/main">
            <a:off x="2667000" y="5229225"/>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46" name="">
            <a:extLst xmlns:a="http://schemas.openxmlformats.org/drawingml/2006/main">
              <a:ext uri="{FF2B5EF4-FFF2-40B4-BE49-F238E27FC236}">
                <a16:creationId xmlns:a16="http://schemas.microsoft.com/office/drawing/2014/main" id="{3FF0C930-F508-403A-8D79-7AD9E6AC55A8}"/>
              </a:ext>
            </a:extLst>
          </p:cNvPr>
          <p:cNvSpPr>
            <a:spLocks xmlns:a="http://schemas.openxmlformats.org/drawingml/2006/main" noGrp="1"/>
          </p:cNvSpPr>
          <p:nvPr/>
        </p:nvSpPr>
        <p:spPr>
          <a:xfrm xmlns:a="http://schemas.openxmlformats.org/drawingml/2006/main">
            <a:off x="5381625" y="4857750"/>
            <a:ext cx="1428750" cy="47625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47" name="">
            <a:extLst xmlns:a="http://schemas.openxmlformats.org/drawingml/2006/main">
              <a:ext uri="{FF2B5EF4-FFF2-40B4-BE49-F238E27FC236}">
                <a16:creationId xmlns:a16="http://schemas.microsoft.com/office/drawing/2014/main" id="{E17F205C-215B-4C5B-97B5-BA995AB1F826}"/>
              </a:ext>
            </a:extLst>
          </p:cNvPr>
          <p:cNvSpPr>
            <a:spLocks xmlns:a="http://schemas.openxmlformats.org/drawingml/2006/main" noGrp="1"/>
          </p:cNvSpPr>
          <p:nvPr/>
        </p:nvSpPr>
        <p:spPr>
          <a:xfrm xmlns:a="http://schemas.openxmlformats.org/drawingml/2006/main">
            <a:off x="5410200" y="4876800"/>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User</a:t>
            </a:r>
          </a:p>
        </p:txBody>
      </p:sp>
      <p:sp>
        <p:nvSpPr>
          <p:cNvPr id="48" name="">
            <a:extLst xmlns:a="http://schemas.openxmlformats.org/drawingml/2006/main">
              <a:ext uri="{FF2B5EF4-FFF2-40B4-BE49-F238E27FC236}">
                <a16:creationId xmlns:a16="http://schemas.microsoft.com/office/drawing/2014/main" id="{7ECA64EA-A65A-4B08-AD73-FC4455588952}"/>
              </a:ext>
            </a:extLst>
          </p:cNvPr>
          <p:cNvSpPr>
            <a:spLocks xmlns:a="http://schemas.openxmlformats.org/drawingml/2006/main" noGrp="1"/>
          </p:cNvSpPr>
          <p:nvPr/>
        </p:nvSpPr>
        <p:spPr>
          <a:xfrm xmlns:a="http://schemas.openxmlformats.org/drawingml/2006/main">
            <a:off x="5381625" y="5181600"/>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49" name="">
            <a:extLst xmlns:a="http://schemas.openxmlformats.org/drawingml/2006/main">
              <a:ext uri="{FF2B5EF4-FFF2-40B4-BE49-F238E27FC236}">
                <a16:creationId xmlns:a16="http://schemas.microsoft.com/office/drawing/2014/main" id="{936EDB43-C09A-40B5-A340-A78B2E2C63B8}"/>
              </a:ext>
            </a:extLst>
          </p:cNvPr>
          <p:cNvSpPr>
            <a:spLocks xmlns:a="http://schemas.openxmlformats.org/drawingml/2006/main" noGrp="1"/>
          </p:cNvSpPr>
          <p:nvPr/>
        </p:nvSpPr>
        <p:spPr>
          <a:xfrm xmlns:a="http://schemas.openxmlformats.org/drawingml/2006/main">
            <a:off x="7334250" y="4857750"/>
            <a:ext cx="1428750" cy="47625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50" name="">
            <a:extLst xmlns:a="http://schemas.openxmlformats.org/drawingml/2006/main">
              <a:ext uri="{FF2B5EF4-FFF2-40B4-BE49-F238E27FC236}">
                <a16:creationId xmlns:a16="http://schemas.microsoft.com/office/drawing/2014/main" id="{E8B8D9D9-AE50-450F-ADD0-87719A13FCB9}"/>
              </a:ext>
            </a:extLst>
          </p:cNvPr>
          <p:cNvSpPr>
            <a:spLocks xmlns:a="http://schemas.openxmlformats.org/drawingml/2006/main" noGrp="1"/>
          </p:cNvSpPr>
          <p:nvPr/>
        </p:nvSpPr>
        <p:spPr>
          <a:xfrm xmlns:a="http://schemas.openxmlformats.org/drawingml/2006/main">
            <a:off x="7362825" y="4876800"/>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Role</a:t>
            </a:r>
          </a:p>
        </p:txBody>
      </p:sp>
      <p:sp>
        <p:nvSpPr>
          <p:cNvPr id="51" name="">
            <a:extLst xmlns:a="http://schemas.openxmlformats.org/drawingml/2006/main">
              <a:ext uri="{FF2B5EF4-FFF2-40B4-BE49-F238E27FC236}">
                <a16:creationId xmlns:a16="http://schemas.microsoft.com/office/drawing/2014/main" id="{6B69BF06-A7FB-4C5B-8722-E848ABA8BFE5}"/>
              </a:ext>
            </a:extLst>
          </p:cNvPr>
          <p:cNvSpPr>
            <a:spLocks xmlns:a="http://schemas.openxmlformats.org/drawingml/2006/main" noGrp="1"/>
          </p:cNvSpPr>
          <p:nvPr/>
        </p:nvSpPr>
        <p:spPr>
          <a:xfrm xmlns:a="http://schemas.openxmlformats.org/drawingml/2006/main">
            <a:off x="7334250" y="5181600"/>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52" name="">
            <a:extLst xmlns:a="http://schemas.openxmlformats.org/drawingml/2006/main">
              <a:ext uri="{FF2B5EF4-FFF2-40B4-BE49-F238E27FC236}">
                <a16:creationId xmlns:a16="http://schemas.microsoft.com/office/drawing/2014/main" id="{204D2979-A129-48FE-B55F-F308C67979E9}"/>
              </a:ext>
            </a:extLst>
          </p:cNvPr>
          <p:cNvSpPr>
            <a:spLocks xmlns:a="http://schemas.openxmlformats.org/drawingml/2006/main" noGrp="1"/>
          </p:cNvSpPr>
          <p:nvPr/>
        </p:nvSpPr>
        <p:spPr>
          <a:xfrm xmlns:a="http://schemas.openxmlformats.org/drawingml/2006/main">
            <a:off x="5381625" y="5619750"/>
            <a:ext cx="142875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53" name="">
            <a:extLst xmlns:a="http://schemas.openxmlformats.org/drawingml/2006/main">
              <a:ext uri="{FF2B5EF4-FFF2-40B4-BE49-F238E27FC236}">
                <a16:creationId xmlns:a16="http://schemas.microsoft.com/office/drawing/2014/main" id="{5BCD0C99-B6A4-455A-80DE-85371B07124C}"/>
              </a:ext>
            </a:extLst>
          </p:cNvPr>
          <p:cNvSpPr>
            <a:spLocks xmlns:a="http://schemas.openxmlformats.org/drawingml/2006/main" noGrp="1"/>
          </p:cNvSpPr>
          <p:nvPr/>
        </p:nvSpPr>
        <p:spPr>
          <a:xfrm xmlns:a="http://schemas.openxmlformats.org/drawingml/2006/main">
            <a:off x="5410200" y="5638800"/>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Customer</a:t>
            </a:r>
          </a:p>
        </p:txBody>
      </p:sp>
      <p:sp>
        <p:nvSpPr>
          <p:cNvPr id="54" name="">
            <a:extLst xmlns:a="http://schemas.openxmlformats.org/drawingml/2006/main">
              <a:ext uri="{FF2B5EF4-FFF2-40B4-BE49-F238E27FC236}">
                <a16:creationId xmlns:a16="http://schemas.microsoft.com/office/drawing/2014/main" id="{4224F04B-9BD1-430D-8728-0520B94D572C}"/>
              </a:ext>
            </a:extLst>
          </p:cNvPr>
          <p:cNvSpPr>
            <a:spLocks xmlns:a="http://schemas.openxmlformats.org/drawingml/2006/main" noGrp="1"/>
          </p:cNvSpPr>
          <p:nvPr/>
        </p:nvSpPr>
        <p:spPr>
          <a:xfrm xmlns:a="http://schemas.openxmlformats.org/drawingml/2006/main">
            <a:off x="5381625" y="5943600"/>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55" name="">
            <a:extLst xmlns:a="http://schemas.openxmlformats.org/drawingml/2006/main">
              <a:ext uri="{FF2B5EF4-FFF2-40B4-BE49-F238E27FC236}">
                <a16:creationId xmlns:a16="http://schemas.microsoft.com/office/drawing/2014/main" id="{63EEFBD2-5157-41B0-B1E0-7D30D096726A}"/>
              </a:ext>
            </a:extLst>
          </p:cNvPr>
          <p:cNvSpPr>
            <a:spLocks xmlns:a="http://schemas.openxmlformats.org/drawingml/2006/main" noGrp="1"/>
          </p:cNvSpPr>
          <p:nvPr/>
        </p:nvSpPr>
        <p:spPr>
          <a:xfrm xmlns:a="http://schemas.openxmlformats.org/drawingml/2006/main">
            <a:off x="9525000" y="5619750"/>
            <a:ext cx="142875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56" name="">
            <a:extLst xmlns:a="http://schemas.openxmlformats.org/drawingml/2006/main">
              <a:ext uri="{FF2B5EF4-FFF2-40B4-BE49-F238E27FC236}">
                <a16:creationId xmlns:a16="http://schemas.microsoft.com/office/drawing/2014/main" id="{EBE80675-63BF-4E65-B2C3-662C5C34A898}"/>
              </a:ext>
            </a:extLst>
          </p:cNvPr>
          <p:cNvSpPr>
            <a:spLocks xmlns:a="http://schemas.openxmlformats.org/drawingml/2006/main" noGrp="1"/>
          </p:cNvSpPr>
          <p:nvPr/>
        </p:nvSpPr>
        <p:spPr>
          <a:xfrm xmlns:a="http://schemas.openxmlformats.org/drawingml/2006/main">
            <a:off x="9553575" y="5638800"/>
            <a:ext cx="137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SysAdmin</a:t>
            </a:r>
          </a:p>
        </p:txBody>
      </p:sp>
      <p:sp>
        <p:nvSpPr>
          <p:cNvPr id="57" name="">
            <a:extLst xmlns:a="http://schemas.openxmlformats.org/drawingml/2006/main">
              <a:ext uri="{FF2B5EF4-FFF2-40B4-BE49-F238E27FC236}">
                <a16:creationId xmlns:a16="http://schemas.microsoft.com/office/drawing/2014/main" id="{EB264DA3-D23E-40B2-8D94-85145EB3EC62}"/>
              </a:ext>
            </a:extLst>
          </p:cNvPr>
          <p:cNvSpPr>
            <a:spLocks xmlns:a="http://schemas.openxmlformats.org/drawingml/2006/main" noGrp="1"/>
          </p:cNvSpPr>
          <p:nvPr/>
        </p:nvSpPr>
        <p:spPr>
          <a:xfrm xmlns:a="http://schemas.openxmlformats.org/drawingml/2006/main">
            <a:off x="9525000" y="5943600"/>
            <a:ext cx="142875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58" name="">
            <a:extLst xmlns:a="http://schemas.openxmlformats.org/drawingml/2006/main">
              <a:ext uri="{FF2B5EF4-FFF2-40B4-BE49-F238E27FC236}">
                <a16:creationId xmlns:a16="http://schemas.microsoft.com/office/drawing/2014/main" id="{BAEE1BAE-018D-47AF-B99D-642E37BA7A77}"/>
              </a:ext>
            </a:extLst>
          </p:cNvPr>
          <p:cNvSpPr>
            <a:spLocks xmlns:a="http://schemas.openxmlformats.org/drawingml/2006/main" noGrp="1"/>
          </p:cNvSpPr>
          <p:nvPr/>
        </p:nvSpPr>
        <p:spPr>
          <a:xfrm xmlns:a="http://schemas.openxmlformats.org/drawingml/2006/main">
            <a:off x="904875" y="7143750"/>
            <a:ext cx="13335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59" name="">
            <a:extLst xmlns:a="http://schemas.openxmlformats.org/drawingml/2006/main">
              <a:ext uri="{FF2B5EF4-FFF2-40B4-BE49-F238E27FC236}">
                <a16:creationId xmlns:a16="http://schemas.microsoft.com/office/drawing/2014/main" id="{6EF0F01A-32BC-42EF-8150-21EE1BA52716}"/>
              </a:ext>
            </a:extLst>
          </p:cNvPr>
          <p:cNvSpPr>
            <a:spLocks xmlns:a="http://schemas.openxmlformats.org/drawingml/2006/main" noGrp="1"/>
          </p:cNvSpPr>
          <p:nvPr/>
        </p:nvSpPr>
        <p:spPr>
          <a:xfrm xmlns:a="http://schemas.openxmlformats.org/drawingml/2006/main">
            <a:off x="933450" y="716280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Buyer</a:t>
            </a:r>
          </a:p>
        </p:txBody>
      </p:sp>
      <p:sp>
        <p:nvSpPr>
          <p:cNvPr id="60" name="">
            <a:extLst xmlns:a="http://schemas.openxmlformats.org/drawingml/2006/main">
              <a:ext uri="{FF2B5EF4-FFF2-40B4-BE49-F238E27FC236}">
                <a16:creationId xmlns:a16="http://schemas.microsoft.com/office/drawing/2014/main" id="{13DD11D9-D672-4DB2-A34D-53A449F6E91D}"/>
              </a:ext>
            </a:extLst>
          </p:cNvPr>
          <p:cNvSpPr>
            <a:spLocks xmlns:a="http://schemas.openxmlformats.org/drawingml/2006/main" noGrp="1"/>
          </p:cNvSpPr>
          <p:nvPr/>
        </p:nvSpPr>
        <p:spPr>
          <a:xfrm xmlns:a="http://schemas.openxmlformats.org/drawingml/2006/main">
            <a:off x="904875" y="7467600"/>
            <a:ext cx="13335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61" name="">
            <a:extLst xmlns:a="http://schemas.openxmlformats.org/drawingml/2006/main">
              <a:ext uri="{FF2B5EF4-FFF2-40B4-BE49-F238E27FC236}">
                <a16:creationId xmlns:a16="http://schemas.microsoft.com/office/drawing/2014/main" id="{81AB57C3-3185-46F0-98D6-CC5146466C45}"/>
              </a:ext>
            </a:extLst>
          </p:cNvPr>
          <p:cNvSpPr>
            <a:spLocks xmlns:a="http://schemas.openxmlformats.org/drawingml/2006/main" noGrp="1"/>
          </p:cNvSpPr>
          <p:nvPr/>
        </p:nvSpPr>
        <p:spPr>
          <a:xfrm xmlns:a="http://schemas.openxmlformats.org/drawingml/2006/main">
            <a:off x="2952750" y="7143750"/>
            <a:ext cx="1524000" cy="61912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62" name="">
            <a:extLst xmlns:a="http://schemas.openxmlformats.org/drawingml/2006/main">
              <a:ext uri="{FF2B5EF4-FFF2-40B4-BE49-F238E27FC236}">
                <a16:creationId xmlns:a16="http://schemas.microsoft.com/office/drawing/2014/main" id="{390E8BB0-760A-47EF-AE48-AB814C1774C2}"/>
              </a:ext>
            </a:extLst>
          </p:cNvPr>
          <p:cNvSpPr>
            <a:spLocks xmlns:a="http://schemas.openxmlformats.org/drawingml/2006/main" noGrp="1"/>
          </p:cNvSpPr>
          <p:nvPr/>
        </p:nvSpPr>
        <p:spPr>
          <a:xfrm xmlns:a="http://schemas.openxmlformats.org/drawingml/2006/main">
            <a:off x="2981325" y="7162800"/>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Order</a:t>
            </a:r>
          </a:p>
        </p:txBody>
      </p:sp>
      <p:sp>
        <p:nvSpPr>
          <p:cNvPr id="63" name="">
            <a:extLst xmlns:a="http://schemas.openxmlformats.org/drawingml/2006/main">
              <a:ext uri="{FF2B5EF4-FFF2-40B4-BE49-F238E27FC236}">
                <a16:creationId xmlns:a16="http://schemas.microsoft.com/office/drawing/2014/main" id="{97BEFD7C-6D46-4090-AC8D-B78B9FCD3F63}"/>
              </a:ext>
            </a:extLst>
          </p:cNvPr>
          <p:cNvSpPr>
            <a:spLocks xmlns:a="http://schemas.openxmlformats.org/drawingml/2006/main" noGrp="1"/>
          </p:cNvSpPr>
          <p:nvPr/>
        </p:nvSpPr>
        <p:spPr>
          <a:xfrm xmlns:a="http://schemas.openxmlformats.org/drawingml/2006/main">
            <a:off x="2952750" y="7467600"/>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64" name="">
            <a:extLst xmlns:a="http://schemas.openxmlformats.org/drawingml/2006/main">
              <a:ext uri="{FF2B5EF4-FFF2-40B4-BE49-F238E27FC236}">
                <a16:creationId xmlns:a16="http://schemas.microsoft.com/office/drawing/2014/main" id="{AD8BE56F-5398-4434-BEB5-4045BD21326E}"/>
              </a:ext>
            </a:extLst>
          </p:cNvPr>
          <p:cNvSpPr>
            <a:spLocks xmlns:a="http://schemas.openxmlformats.org/drawingml/2006/main" noGrp="1"/>
          </p:cNvSpPr>
          <p:nvPr/>
        </p:nvSpPr>
        <p:spPr>
          <a:xfrm xmlns:a="http://schemas.openxmlformats.org/drawingml/2006/main">
            <a:off x="4905375" y="7143750"/>
            <a:ext cx="1666875" cy="61912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65" name="">
            <a:extLst xmlns:a="http://schemas.openxmlformats.org/drawingml/2006/main">
              <a:ext uri="{FF2B5EF4-FFF2-40B4-BE49-F238E27FC236}">
                <a16:creationId xmlns:a16="http://schemas.microsoft.com/office/drawing/2014/main" id="{85BA7ACC-89AA-4F8E-848D-49DE641BE9C6}"/>
              </a:ext>
            </a:extLst>
          </p:cNvPr>
          <p:cNvSpPr>
            <a:spLocks xmlns:a="http://schemas.openxmlformats.org/drawingml/2006/main" noGrp="1"/>
          </p:cNvSpPr>
          <p:nvPr/>
        </p:nvSpPr>
        <p:spPr>
          <a:xfrm xmlns:a="http://schemas.openxmlformats.org/drawingml/2006/main">
            <a:off x="4933950" y="7162800"/>
            <a:ext cx="1609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OrderDetail</a:t>
            </a:r>
          </a:p>
        </p:txBody>
      </p:sp>
      <p:sp>
        <p:nvSpPr>
          <p:cNvPr id="66" name="">
            <a:extLst xmlns:a="http://schemas.openxmlformats.org/drawingml/2006/main">
              <a:ext uri="{FF2B5EF4-FFF2-40B4-BE49-F238E27FC236}">
                <a16:creationId xmlns:a16="http://schemas.microsoft.com/office/drawing/2014/main" id="{96E4D57E-3A67-4AA5-BAC2-0BC1FD34EA1E}"/>
              </a:ext>
            </a:extLst>
          </p:cNvPr>
          <p:cNvSpPr>
            <a:spLocks xmlns:a="http://schemas.openxmlformats.org/drawingml/2006/main" noGrp="1"/>
          </p:cNvSpPr>
          <p:nvPr/>
        </p:nvSpPr>
        <p:spPr>
          <a:xfrm xmlns:a="http://schemas.openxmlformats.org/drawingml/2006/main">
            <a:off x="4905375" y="7467600"/>
            <a:ext cx="1666875"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67" name="">
            <a:extLst xmlns:a="http://schemas.openxmlformats.org/drawingml/2006/main">
              <a:ext uri="{FF2B5EF4-FFF2-40B4-BE49-F238E27FC236}">
                <a16:creationId xmlns:a16="http://schemas.microsoft.com/office/drawing/2014/main" id="{2DF40E29-40DD-42B2-9B9C-18DF99B74456}"/>
              </a:ext>
            </a:extLst>
          </p:cNvPr>
          <p:cNvSpPr>
            <a:spLocks xmlns:a="http://schemas.openxmlformats.org/drawingml/2006/main" noGrp="1"/>
          </p:cNvSpPr>
          <p:nvPr/>
        </p:nvSpPr>
        <p:spPr>
          <a:xfrm xmlns:a="http://schemas.openxmlformats.org/drawingml/2006/main">
            <a:off x="2952750" y="8048625"/>
            <a:ext cx="1524000" cy="40957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68" name="">
            <a:extLst xmlns:a="http://schemas.openxmlformats.org/drawingml/2006/main">
              <a:ext uri="{FF2B5EF4-FFF2-40B4-BE49-F238E27FC236}">
                <a16:creationId xmlns:a16="http://schemas.microsoft.com/office/drawing/2014/main" id="{7B5FFA0C-D3C7-474F-9250-E1CB14A70B41}"/>
              </a:ext>
            </a:extLst>
          </p:cNvPr>
          <p:cNvSpPr>
            <a:spLocks xmlns:a="http://schemas.openxmlformats.org/drawingml/2006/main" noGrp="1"/>
          </p:cNvSpPr>
          <p:nvPr/>
        </p:nvSpPr>
        <p:spPr>
          <a:xfrm xmlns:a="http://schemas.openxmlformats.org/drawingml/2006/main">
            <a:off x="2981325" y="806767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OrderStatus</a:t>
            </a:r>
          </a:p>
        </p:txBody>
      </p:sp>
      <p:sp>
        <p:nvSpPr>
          <p:cNvPr id="69" name="">
            <a:extLst xmlns:a="http://schemas.openxmlformats.org/drawingml/2006/main">
              <a:ext uri="{FF2B5EF4-FFF2-40B4-BE49-F238E27FC236}">
                <a16:creationId xmlns:a16="http://schemas.microsoft.com/office/drawing/2014/main" id="{45C0536E-1B28-4756-BD3A-4FD5CEC702A7}"/>
              </a:ext>
            </a:extLst>
          </p:cNvPr>
          <p:cNvSpPr>
            <a:spLocks xmlns:a="http://schemas.openxmlformats.org/drawingml/2006/main" noGrp="1"/>
          </p:cNvSpPr>
          <p:nvPr/>
        </p:nvSpPr>
        <p:spPr>
          <a:xfrm xmlns:a="http://schemas.openxmlformats.org/drawingml/2006/main">
            <a:off x="2952750" y="8372475"/>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70" name="">
            <a:extLst xmlns:a="http://schemas.openxmlformats.org/drawingml/2006/main">
              <a:ext uri="{FF2B5EF4-FFF2-40B4-BE49-F238E27FC236}">
                <a16:creationId xmlns:a16="http://schemas.microsoft.com/office/drawing/2014/main" id="{A0E822F5-BFEE-4FA6-AB9E-7072CB749B36}"/>
              </a:ext>
            </a:extLst>
          </p:cNvPr>
          <p:cNvSpPr>
            <a:spLocks xmlns:a="http://schemas.openxmlformats.org/drawingml/2006/main" noGrp="1"/>
          </p:cNvSpPr>
          <p:nvPr/>
        </p:nvSpPr>
        <p:spPr>
          <a:xfrm xmlns:a="http://schemas.openxmlformats.org/drawingml/2006/main">
            <a:off x="7620000" y="7143750"/>
            <a:ext cx="1524000" cy="457200"/>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71" name="">
            <a:extLst xmlns:a="http://schemas.openxmlformats.org/drawingml/2006/main">
              <a:ext uri="{FF2B5EF4-FFF2-40B4-BE49-F238E27FC236}">
                <a16:creationId xmlns:a16="http://schemas.microsoft.com/office/drawing/2014/main" id="{1FB38D33-00B3-4531-8C8F-FEB05D93A0E6}"/>
              </a:ext>
            </a:extLst>
          </p:cNvPr>
          <p:cNvSpPr>
            <a:spLocks xmlns:a="http://schemas.openxmlformats.org/drawingml/2006/main" noGrp="1"/>
          </p:cNvSpPr>
          <p:nvPr/>
        </p:nvSpPr>
        <p:spPr>
          <a:xfrm xmlns:a="http://schemas.openxmlformats.org/drawingml/2006/main">
            <a:off x="7648575" y="7162800"/>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SysAdmin</a:t>
            </a:r>
          </a:p>
        </p:txBody>
      </p:sp>
      <p:sp>
        <p:nvSpPr>
          <p:cNvPr id="72" name="">
            <a:extLst xmlns:a="http://schemas.openxmlformats.org/drawingml/2006/main">
              <a:ext uri="{FF2B5EF4-FFF2-40B4-BE49-F238E27FC236}">
                <a16:creationId xmlns:a16="http://schemas.microsoft.com/office/drawing/2014/main" id="{1E01BF66-8A4B-4BFB-8DE4-0F0F5D8E0EF3}"/>
              </a:ext>
            </a:extLst>
          </p:cNvPr>
          <p:cNvSpPr>
            <a:spLocks xmlns:a="http://schemas.openxmlformats.org/drawingml/2006/main" noGrp="1"/>
          </p:cNvSpPr>
          <p:nvPr/>
        </p:nvSpPr>
        <p:spPr>
          <a:xfrm xmlns:a="http://schemas.openxmlformats.org/drawingml/2006/main">
            <a:off x="7620000" y="7467600"/>
            <a:ext cx="15240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73" name="">
            <a:extLst xmlns:a="http://schemas.openxmlformats.org/drawingml/2006/main">
              <a:ext uri="{FF2B5EF4-FFF2-40B4-BE49-F238E27FC236}">
                <a16:creationId xmlns:a16="http://schemas.microsoft.com/office/drawing/2014/main" id="{F68FEBB6-642C-4679-93DA-F55DDFFBBB1A}"/>
              </a:ext>
            </a:extLst>
          </p:cNvPr>
          <p:cNvSpPr>
            <a:spLocks xmlns:a="http://schemas.openxmlformats.org/drawingml/2006/main" noGrp="1"/>
          </p:cNvSpPr>
          <p:nvPr/>
        </p:nvSpPr>
        <p:spPr>
          <a:xfrm xmlns:a="http://schemas.openxmlformats.org/drawingml/2006/main">
            <a:off x="9525000" y="7143750"/>
            <a:ext cx="1714500" cy="61912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74" name="">
            <a:extLst xmlns:a="http://schemas.openxmlformats.org/drawingml/2006/main">
              <a:ext uri="{FF2B5EF4-FFF2-40B4-BE49-F238E27FC236}">
                <a16:creationId xmlns:a16="http://schemas.microsoft.com/office/drawing/2014/main" id="{105D0102-BE0A-4F98-B4DC-8C703641C5E1}"/>
              </a:ext>
            </a:extLst>
          </p:cNvPr>
          <p:cNvSpPr>
            <a:spLocks xmlns:a="http://schemas.openxmlformats.org/drawingml/2006/main" noGrp="1"/>
          </p:cNvSpPr>
          <p:nvPr/>
        </p:nvSpPr>
        <p:spPr>
          <a:xfrm xmlns:a="http://schemas.openxmlformats.org/drawingml/2006/main">
            <a:off x="9553575" y="7162800"/>
            <a:ext cx="1657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RevenueReport</a:t>
            </a:r>
          </a:p>
        </p:txBody>
      </p:sp>
      <p:sp>
        <p:nvSpPr>
          <p:cNvPr id="75" name="">
            <a:extLst xmlns:a="http://schemas.openxmlformats.org/drawingml/2006/main">
              <a:ext uri="{FF2B5EF4-FFF2-40B4-BE49-F238E27FC236}">
                <a16:creationId xmlns:a16="http://schemas.microsoft.com/office/drawing/2014/main" id="{4A9CB0B9-4340-4B05-92A5-03D84BFB9B70}"/>
              </a:ext>
            </a:extLst>
          </p:cNvPr>
          <p:cNvSpPr>
            <a:spLocks xmlns:a="http://schemas.openxmlformats.org/drawingml/2006/main" noGrp="1"/>
          </p:cNvSpPr>
          <p:nvPr/>
        </p:nvSpPr>
        <p:spPr>
          <a:xfrm xmlns:a="http://schemas.openxmlformats.org/drawingml/2006/main">
            <a:off x="9525000" y="7467600"/>
            <a:ext cx="17145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76" name="">
            <a:extLst xmlns:a="http://schemas.openxmlformats.org/drawingml/2006/main">
              <a:ext uri="{FF2B5EF4-FFF2-40B4-BE49-F238E27FC236}">
                <a16:creationId xmlns:a16="http://schemas.microsoft.com/office/drawing/2014/main" id="{BD5ADBA8-1A5D-4DB1-8E68-BCA0908C5095}"/>
              </a:ext>
            </a:extLst>
          </p:cNvPr>
          <p:cNvSpPr>
            <a:spLocks xmlns:a="http://schemas.openxmlformats.org/drawingml/2006/main" noGrp="1"/>
          </p:cNvSpPr>
          <p:nvPr/>
        </p:nvSpPr>
        <p:spPr>
          <a:xfrm xmlns:a="http://schemas.openxmlformats.org/drawingml/2006/main">
            <a:off x="9525000" y="8048625"/>
            <a:ext cx="1714500" cy="409575"/>
          </a:xfrm>
          <a:prstGeom xmlns:a="http://schemas.openxmlformats.org/drawingml/2006/main" prst="rect">
            <a:avLst/>
          </a:prstGeom>
          <a:solidFill xmlns:a="http://schemas.openxmlformats.org/drawingml/2006/main">
            <a:srgbClr val="FFFFA2"/>
          </a:solidFill>
          <a:ln xmlns:a="http://schemas.openxmlformats.org/drawingml/2006/main" w="14288">
            <a:solidFill>
              <a:srgbClr val="111111"/>
            </a:solidFill>
          </a:ln>
        </p:spPr>
      </p:sp>
      <p:sp>
        <p:nvSpPr>
          <p:cNvPr id="77" name="">
            <a:extLst xmlns:a="http://schemas.openxmlformats.org/drawingml/2006/main">
              <a:ext uri="{FF2B5EF4-FFF2-40B4-BE49-F238E27FC236}">
                <a16:creationId xmlns:a16="http://schemas.microsoft.com/office/drawing/2014/main" id="{60479D48-AD22-4190-8A80-AF52859CF1B8}"/>
              </a:ext>
            </a:extLst>
          </p:cNvPr>
          <p:cNvSpPr>
            <a:spLocks xmlns:a="http://schemas.openxmlformats.org/drawingml/2006/main" noGrp="1"/>
          </p:cNvSpPr>
          <p:nvPr/>
        </p:nvSpPr>
        <p:spPr>
          <a:xfrm xmlns:a="http://schemas.openxmlformats.org/drawingml/2006/main">
            <a:off x="9553575" y="8067675"/>
            <a:ext cx="1657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0">
                <a:solidFill>
                  <a:srgbClr val="111111"/>
                </a:solidFill>
                <a:latin typeface="Arial"/>
                <a:ea typeface="Arial"/>
                <a:cs typeface="Arial"/>
              </a:defRPr>
            </a:defPPr>
            <a:lvl1pPr algn="ctr">
              <a:defRPr sz="1500" b="0">
                <a:solidFill>
                  <a:srgbClr val="111111"/>
                </a:solidFill>
                <a:latin typeface="Arial"/>
                <a:ea typeface="Arial"/>
                <a:cs typeface="Arial"/>
              </a:defRPr>
            </a:lvl1pPr>
            <a:lvl2pPr algn="ctr">
              <a:defRPr sz="1500" b="0">
                <a:solidFill>
                  <a:srgbClr val="111111"/>
                </a:solidFill>
                <a:latin typeface="Arial"/>
                <a:ea typeface="Arial"/>
                <a:cs typeface="Arial"/>
              </a:defRPr>
            </a:lvl2pPr>
            <a:lvl3pPr algn="ctr">
              <a:defRPr sz="1500" b="0">
                <a:solidFill>
                  <a:srgbClr val="111111"/>
                </a:solidFill>
                <a:latin typeface="Arial"/>
                <a:ea typeface="Arial"/>
                <a:cs typeface="Arial"/>
              </a:defRPr>
            </a:lvl3pPr>
            <a:lvl4pPr algn="ctr">
              <a:defRPr sz="1500" b="0">
                <a:solidFill>
                  <a:srgbClr val="111111"/>
                </a:solidFill>
                <a:latin typeface="Arial"/>
                <a:ea typeface="Arial"/>
                <a:cs typeface="Arial"/>
              </a:defRPr>
            </a:lvl4pPr>
            <a:lvl5pPr algn="ctr">
              <a:defRPr sz="1500" b="0">
                <a:solidFill>
                  <a:srgbClr val="111111"/>
                </a:solidFill>
                <a:latin typeface="Arial"/>
                <a:ea typeface="Arial"/>
                <a:cs typeface="Arial"/>
              </a:defRPr>
            </a:lvl5pPr>
            <a:lvl6pPr algn="ctr">
              <a:defRPr sz="1500" b="0">
                <a:solidFill>
                  <a:srgbClr val="111111"/>
                </a:solidFill>
                <a:latin typeface="Arial"/>
                <a:ea typeface="Arial"/>
                <a:cs typeface="Arial"/>
              </a:defRPr>
            </a:lvl6pPr>
            <a:lvl7pPr algn="ctr">
              <a:defRPr sz="1500" b="0">
                <a:solidFill>
                  <a:srgbClr val="111111"/>
                </a:solidFill>
                <a:latin typeface="Arial"/>
                <a:ea typeface="Arial"/>
                <a:cs typeface="Arial"/>
              </a:defRPr>
            </a:lvl7pPr>
            <a:lvl8pPr algn="ctr">
              <a:defRPr sz="1500" b="0">
                <a:solidFill>
                  <a:srgbClr val="111111"/>
                </a:solidFill>
                <a:latin typeface="Arial"/>
                <a:ea typeface="Arial"/>
                <a:cs typeface="Arial"/>
              </a:defRPr>
            </a:lvl8pPr>
            <a:lvl9pPr algn="ctr">
              <a:defRPr sz="1500" b="0">
                <a:solidFill>
                  <a:srgbClr val="111111"/>
                </a:solidFill>
                <a:latin typeface="Arial"/>
                <a:ea typeface="Arial"/>
                <a:cs typeface="Arial"/>
              </a:defRPr>
            </a:lvl9pPr>
          </a:lstStyle>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OrderInfo</a:t>
            </a:r>
          </a:p>
        </p:txBody>
      </p:sp>
      <p:sp>
        <p:nvSpPr>
          <p:cNvPr id="78" name="">
            <a:extLst xmlns:a="http://schemas.openxmlformats.org/drawingml/2006/main">
              <a:ext uri="{FF2B5EF4-FFF2-40B4-BE49-F238E27FC236}">
                <a16:creationId xmlns:a16="http://schemas.microsoft.com/office/drawing/2014/main" id="{CE5E5E15-57C8-40F9-ACE0-782D5B55C83B}"/>
              </a:ext>
            </a:extLst>
          </p:cNvPr>
          <p:cNvSpPr>
            <a:spLocks xmlns:a="http://schemas.openxmlformats.org/drawingml/2006/main" noGrp="1"/>
          </p:cNvSpPr>
          <p:nvPr/>
        </p:nvSpPr>
        <p:spPr>
          <a:xfrm xmlns:a="http://schemas.openxmlformats.org/drawingml/2006/main">
            <a:off x="9525000" y="8372475"/>
            <a:ext cx="1714500" cy="0"/>
          </a:xfrm>
          <a:prstGeom xmlns:a="http://schemas.openxmlformats.org/drawingml/2006/main" prst="line">
            <a:avLst/>
          </a:prstGeom>
          <a:noFill xmlns:a="http://schemas.openxmlformats.org/drawingml/2006/main"/>
          <a:ln xmlns:a="http://schemas.openxmlformats.org/drawingml/2006/main" w="11430">
            <a:solidFill>
              <a:srgbClr val="111111"/>
            </a:solidFill>
          </a:ln>
        </p:spPr>
      </p:sp>
      <p:sp>
        <p:nvSpPr>
          <p:cNvPr id="79" name="">
            <a:extLst xmlns:a="http://schemas.openxmlformats.org/drawingml/2006/main">
              <a:ext uri="{FF2B5EF4-FFF2-40B4-BE49-F238E27FC236}">
                <a16:creationId xmlns:a16="http://schemas.microsoft.com/office/drawing/2014/main" id="{1CD51B4A-74E3-488C-9F34-DF58F72653D9}"/>
              </a:ext>
            </a:extLst>
          </p:cNvPr>
          <p:cNvSpPr>
            <a:spLocks xmlns:a="http://schemas.openxmlformats.org/drawingml/2006/main" noGrp="1"/>
          </p:cNvSpPr>
          <p:nvPr/>
        </p:nvSpPr>
        <p:spPr>
          <a:xfrm xmlns:a="http://schemas.openxmlformats.org/drawingml/2006/main">
            <a:off x="2667000" y="2466975"/>
            <a:ext cx="857250" cy="9525"/>
          </a:xfrm>
          <a:custGeom xmlns:a="http://schemas.openxmlformats.org/drawingml/2006/main">
            <a:pathLst>
              <a:path w="857250" h="9525">
                <a:moveTo>
                  <a:pt x="0" y="0"/>
                </a:moveTo>
                <a:lnTo>
                  <a:pt x="857250" y="0"/>
                </a:lnTo>
              </a:path>
            </a:pathLst>
          </a:custGeom>
          <a:noFill xmlns:a="http://schemas.openxmlformats.org/drawingml/2006/main"/>
          <a:ln xmlns:a="http://schemas.openxmlformats.org/drawingml/2006/main" w="12859">
            <a:solidFill>
              <a:srgbClr val="111111"/>
            </a:solidFill>
          </a:ln>
        </p:spPr>
      </p:sp>
      <p:sp>
        <p:nvSpPr>
          <p:cNvPr id="80" name="">
            <a:extLst xmlns:a="http://schemas.openxmlformats.org/drawingml/2006/main">
              <a:ext uri="{FF2B5EF4-FFF2-40B4-BE49-F238E27FC236}">
                <a16:creationId xmlns:a16="http://schemas.microsoft.com/office/drawing/2014/main" id="{97E08CEF-83D4-4CBA-985D-8F10D877B475}"/>
              </a:ext>
            </a:extLst>
          </p:cNvPr>
          <p:cNvSpPr>
            <a:spLocks xmlns:a="http://schemas.openxmlformats.org/drawingml/2006/main" noGrp="1"/>
          </p:cNvSpPr>
          <p:nvPr/>
        </p:nvSpPr>
        <p:spPr>
          <a:xfrm xmlns:a="http://schemas.openxmlformats.org/drawingml/2006/main">
            <a:off x="2743200" y="2190750"/>
            <a:ext cx="71437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1..*</a:t>
            </a:r>
          </a:p>
        </p:txBody>
      </p:sp>
      <p:sp>
        <p:nvSpPr>
          <p:cNvPr id="81" name="">
            <a:extLst xmlns:a="http://schemas.openxmlformats.org/drawingml/2006/main">
              <a:ext uri="{FF2B5EF4-FFF2-40B4-BE49-F238E27FC236}">
                <a16:creationId xmlns:a16="http://schemas.microsoft.com/office/drawing/2014/main" id="{4B6841DC-AF83-40BE-9336-86E704AEBC42}"/>
              </a:ext>
            </a:extLst>
          </p:cNvPr>
          <p:cNvSpPr>
            <a:spLocks xmlns:a="http://schemas.openxmlformats.org/drawingml/2006/main" noGrp="1"/>
          </p:cNvSpPr>
          <p:nvPr/>
        </p:nvSpPr>
        <p:spPr>
          <a:xfrm xmlns:a="http://schemas.openxmlformats.org/drawingml/2006/main">
            <a:off x="1809750" y="2857500"/>
            <a:ext cx="2476500" cy="428625"/>
          </a:xfrm>
          <a:custGeom xmlns:a="http://schemas.openxmlformats.org/drawingml/2006/main">
            <a:pathLst>
              <a:path w="2476500" h="428625">
                <a:moveTo>
                  <a:pt x="0" y="428625"/>
                </a:moveTo>
                <a:lnTo>
                  <a:pt x="0" y="190500"/>
                </a:lnTo>
                <a:lnTo>
                  <a:pt x="2476500" y="190500"/>
                </a:lnTo>
                <a:lnTo>
                  <a:pt x="2476500" y="0"/>
                </a:lnTo>
              </a:path>
            </a:pathLst>
          </a:custGeom>
          <a:noFill xmlns:a="http://schemas.openxmlformats.org/drawingml/2006/main"/>
          <a:ln xmlns:a="http://schemas.openxmlformats.org/drawingml/2006/main" w="12859">
            <a:solidFill>
              <a:srgbClr val="111111"/>
            </a:solidFill>
          </a:ln>
        </p:spPr>
      </p:sp>
      <p:sp>
        <p:nvSpPr>
          <p:cNvPr id="82" name="">
            <a:extLst xmlns:a="http://schemas.openxmlformats.org/drawingml/2006/main">
              <a:ext uri="{FF2B5EF4-FFF2-40B4-BE49-F238E27FC236}">
                <a16:creationId xmlns:a16="http://schemas.microsoft.com/office/drawing/2014/main" id="{45BE70F9-08AD-4ED6-AEB9-C36E48789E9A}"/>
              </a:ext>
            </a:extLst>
          </p:cNvPr>
          <p:cNvSpPr>
            <a:spLocks xmlns:a="http://schemas.openxmlformats.org/drawingml/2006/main" noGrp="1"/>
          </p:cNvSpPr>
          <p:nvPr/>
        </p:nvSpPr>
        <p:spPr>
          <a:xfrm xmlns:a="http://schemas.openxmlformats.org/drawingml/2006/main">
            <a:off x="2143125" y="2905125"/>
            <a:ext cx="11906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filter / view</a:t>
            </a:r>
          </a:p>
        </p:txBody>
      </p:sp>
      <p:sp>
        <p:nvSpPr>
          <p:cNvPr id="83" name="">
            <a:extLst xmlns:a="http://schemas.openxmlformats.org/drawingml/2006/main">
              <a:ext uri="{FF2B5EF4-FFF2-40B4-BE49-F238E27FC236}">
                <a16:creationId xmlns:a16="http://schemas.microsoft.com/office/drawing/2014/main" id="{D9B93D7E-C117-4A8C-993F-2E2B1FD49AEB}"/>
              </a:ext>
            </a:extLst>
          </p:cNvPr>
          <p:cNvSpPr>
            <a:spLocks xmlns:a="http://schemas.openxmlformats.org/drawingml/2006/main" noGrp="1"/>
          </p:cNvSpPr>
          <p:nvPr/>
        </p:nvSpPr>
        <p:spPr>
          <a:xfrm xmlns:a="http://schemas.openxmlformats.org/drawingml/2006/main">
            <a:off x="4286250" y="2857500"/>
            <a:ext cx="9525" cy="428625"/>
          </a:xfrm>
          <a:custGeom xmlns:a="http://schemas.openxmlformats.org/drawingml/2006/main">
            <a:pathLst>
              <a:path w="9525" h="428625">
                <a:moveTo>
                  <a:pt x="0" y="428625"/>
                </a:moveTo>
                <a:lnTo>
                  <a:pt x="0" y="0"/>
                </a:lnTo>
              </a:path>
            </a:pathLst>
          </a:custGeom>
          <a:noFill xmlns:a="http://schemas.openxmlformats.org/drawingml/2006/main"/>
          <a:ln xmlns:a="http://schemas.openxmlformats.org/drawingml/2006/main" w="12859">
            <a:solidFill>
              <a:srgbClr val="111111"/>
            </a:solidFill>
          </a:ln>
        </p:spPr>
      </p:sp>
      <p:sp>
        <p:nvSpPr>
          <p:cNvPr id="84" name="">
            <a:extLst xmlns:a="http://schemas.openxmlformats.org/drawingml/2006/main">
              <a:ext uri="{FF2B5EF4-FFF2-40B4-BE49-F238E27FC236}">
                <a16:creationId xmlns:a16="http://schemas.microsoft.com/office/drawing/2014/main" id="{C39AD4CA-DE12-41F5-B753-4633CA4A6E53}"/>
              </a:ext>
            </a:extLst>
          </p:cNvPr>
          <p:cNvSpPr>
            <a:spLocks xmlns:a="http://schemas.openxmlformats.org/drawingml/2006/main" noGrp="1"/>
          </p:cNvSpPr>
          <p:nvPr/>
        </p:nvSpPr>
        <p:spPr>
          <a:xfrm xmlns:a="http://schemas.openxmlformats.org/drawingml/2006/main">
            <a:off x="4429125" y="2981325"/>
            <a:ext cx="6191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CRUD</a:t>
            </a:r>
          </a:p>
        </p:txBody>
      </p:sp>
      <p:sp>
        <p:nvSpPr>
          <p:cNvPr id="85" name="">
            <a:extLst xmlns:a="http://schemas.openxmlformats.org/drawingml/2006/main">
              <a:ext uri="{FF2B5EF4-FFF2-40B4-BE49-F238E27FC236}">
                <a16:creationId xmlns:a16="http://schemas.microsoft.com/office/drawing/2014/main" id="{9A581BA0-92BC-4EA9-8BA8-6340B55B7D6B}"/>
              </a:ext>
            </a:extLst>
          </p:cNvPr>
          <p:cNvSpPr>
            <a:spLocks xmlns:a="http://schemas.openxmlformats.org/drawingml/2006/main" noGrp="1"/>
          </p:cNvSpPr>
          <p:nvPr/>
        </p:nvSpPr>
        <p:spPr>
          <a:xfrm xmlns:a="http://schemas.openxmlformats.org/drawingml/2006/main">
            <a:off x="5048250" y="2466975"/>
            <a:ext cx="1905000" cy="76200"/>
          </a:xfrm>
          <a:custGeom xmlns:a="http://schemas.openxmlformats.org/drawingml/2006/main">
            <a:pathLst>
              <a:path w="1905000" h="76200">
                <a:moveTo>
                  <a:pt x="0" y="76200"/>
                </a:moveTo>
                <a:lnTo>
                  <a:pt x="952500" y="76200"/>
                </a:lnTo>
                <a:lnTo>
                  <a:pt x="952500" y="0"/>
                </a:lnTo>
                <a:lnTo>
                  <a:pt x="1905000" y="0"/>
                </a:lnTo>
              </a:path>
            </a:pathLst>
          </a:custGeom>
          <a:noFill xmlns:a="http://schemas.openxmlformats.org/drawingml/2006/main"/>
          <a:ln xmlns:a="http://schemas.openxmlformats.org/drawingml/2006/main" w="12859">
            <a:solidFill>
              <a:srgbClr val="111111"/>
            </a:solidFill>
          </a:ln>
        </p:spPr>
      </p:sp>
      <p:sp>
        <p:nvSpPr>
          <p:cNvPr id="86" name="">
            <a:extLst xmlns:a="http://schemas.openxmlformats.org/drawingml/2006/main">
              <a:ext uri="{FF2B5EF4-FFF2-40B4-BE49-F238E27FC236}">
                <a16:creationId xmlns:a16="http://schemas.microsoft.com/office/drawing/2014/main" id="{F340C511-D4BA-486B-AE71-BEA57ADB0FDF}"/>
              </a:ext>
            </a:extLst>
          </p:cNvPr>
          <p:cNvSpPr>
            <a:spLocks xmlns:a="http://schemas.openxmlformats.org/drawingml/2006/main" noGrp="1"/>
          </p:cNvSpPr>
          <p:nvPr/>
        </p:nvSpPr>
        <p:spPr>
          <a:xfrm xmlns:a="http://schemas.openxmlformats.org/drawingml/2006/main">
            <a:off x="5219700" y="2209800"/>
            <a:ext cx="11906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same Product</a:t>
            </a:r>
          </a:p>
        </p:txBody>
      </p:sp>
      <p:sp>
        <p:nvSpPr>
          <p:cNvPr id="87" name="">
            <a:extLst xmlns:a="http://schemas.openxmlformats.org/drawingml/2006/main">
              <a:ext uri="{FF2B5EF4-FFF2-40B4-BE49-F238E27FC236}">
                <a16:creationId xmlns:a16="http://schemas.microsoft.com/office/drawing/2014/main" id="{DE1A3CC2-5E3E-4D59-B13E-3239944BDB34}"/>
              </a:ext>
            </a:extLst>
          </p:cNvPr>
          <p:cNvSpPr>
            <a:spLocks xmlns:a="http://schemas.openxmlformats.org/drawingml/2006/main" noGrp="1"/>
          </p:cNvSpPr>
          <p:nvPr/>
        </p:nvSpPr>
        <p:spPr>
          <a:xfrm xmlns:a="http://schemas.openxmlformats.org/drawingml/2006/main">
            <a:off x="7715250" y="2695575"/>
            <a:ext cx="9525" cy="542925"/>
          </a:xfrm>
          <a:custGeom xmlns:a="http://schemas.openxmlformats.org/drawingml/2006/main">
            <a:pathLst>
              <a:path w="9525" h="542925">
                <a:moveTo>
                  <a:pt x="0" y="0"/>
                </a:moveTo>
                <a:lnTo>
                  <a:pt x="0" y="542925"/>
                </a:lnTo>
              </a:path>
            </a:pathLst>
          </a:custGeom>
          <a:noFill xmlns:a="http://schemas.openxmlformats.org/drawingml/2006/main"/>
          <a:ln xmlns:a="http://schemas.openxmlformats.org/drawingml/2006/main" w="12859">
            <a:solidFill>
              <a:srgbClr val="111111"/>
            </a:solidFill>
          </a:ln>
        </p:spPr>
      </p:sp>
      <p:sp>
        <p:nvSpPr>
          <p:cNvPr id="88" name="">
            <a:extLst xmlns:a="http://schemas.openxmlformats.org/drawingml/2006/main">
              <a:ext uri="{FF2B5EF4-FFF2-40B4-BE49-F238E27FC236}">
                <a16:creationId xmlns:a16="http://schemas.microsoft.com/office/drawing/2014/main" id="{A27228B9-EC6E-4012-A154-209287C76508}"/>
              </a:ext>
            </a:extLst>
          </p:cNvPr>
          <p:cNvSpPr>
            <a:spLocks xmlns:a="http://schemas.openxmlformats.org/drawingml/2006/main" noGrp="1"/>
          </p:cNvSpPr>
          <p:nvPr/>
        </p:nvSpPr>
        <p:spPr>
          <a:xfrm xmlns:a="http://schemas.openxmlformats.org/drawingml/2006/main">
            <a:off x="7762875" y="2781300"/>
            <a:ext cx="33337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1</a:t>
            </a:r>
          </a:p>
        </p:txBody>
      </p:sp>
      <p:sp>
        <p:nvSpPr>
          <p:cNvPr id="89" name="">
            <a:extLst xmlns:a="http://schemas.openxmlformats.org/drawingml/2006/main">
              <a:ext uri="{FF2B5EF4-FFF2-40B4-BE49-F238E27FC236}">
                <a16:creationId xmlns:a16="http://schemas.microsoft.com/office/drawing/2014/main" id="{BC8434E3-383C-43D1-93A5-52E732039C75}"/>
              </a:ext>
            </a:extLst>
          </p:cNvPr>
          <p:cNvSpPr>
            <a:spLocks xmlns:a="http://schemas.openxmlformats.org/drawingml/2006/main" noGrp="1"/>
          </p:cNvSpPr>
          <p:nvPr/>
        </p:nvSpPr>
        <p:spPr>
          <a:xfrm xmlns:a="http://schemas.openxmlformats.org/drawingml/2006/main">
            <a:off x="8477250" y="2543175"/>
            <a:ext cx="1047750" cy="923925"/>
          </a:xfrm>
          <a:custGeom xmlns:a="http://schemas.openxmlformats.org/drawingml/2006/main">
            <a:pathLst>
              <a:path w="1047750" h="923925">
                <a:moveTo>
                  <a:pt x="0" y="923925"/>
                </a:moveTo>
                <a:lnTo>
                  <a:pt x="523875" y="923925"/>
                </a:lnTo>
                <a:lnTo>
                  <a:pt x="523875" y="0"/>
                </a:lnTo>
                <a:lnTo>
                  <a:pt x="1047750" y="0"/>
                </a:lnTo>
              </a:path>
            </a:pathLst>
          </a:custGeom>
          <a:noFill xmlns:a="http://schemas.openxmlformats.org/drawingml/2006/main"/>
          <a:ln xmlns:a="http://schemas.openxmlformats.org/drawingml/2006/main" w="12859">
            <a:solidFill>
              <a:srgbClr val="111111"/>
            </a:solidFill>
          </a:ln>
        </p:spPr>
      </p:sp>
      <p:sp>
        <p:nvSpPr>
          <p:cNvPr id="90" name="">
            <a:extLst xmlns:a="http://schemas.openxmlformats.org/drawingml/2006/main">
              <a:ext uri="{FF2B5EF4-FFF2-40B4-BE49-F238E27FC236}">
                <a16:creationId xmlns:a16="http://schemas.microsoft.com/office/drawing/2014/main" id="{E2C64F93-E629-4611-8C81-A09DBFCD303A}"/>
              </a:ext>
            </a:extLst>
          </p:cNvPr>
          <p:cNvSpPr>
            <a:spLocks xmlns:a="http://schemas.openxmlformats.org/drawingml/2006/main" noGrp="1"/>
          </p:cNvSpPr>
          <p:nvPr/>
        </p:nvSpPr>
        <p:spPr>
          <a:xfrm xmlns:a="http://schemas.openxmlformats.org/drawingml/2006/main">
            <a:off x="8534400" y="2857500"/>
            <a:ext cx="12382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contains 1..*</a:t>
            </a:r>
          </a:p>
        </p:txBody>
      </p:sp>
      <p:sp>
        <p:nvSpPr>
          <p:cNvPr id="91" name="">
            <a:extLst xmlns:a="http://schemas.openxmlformats.org/drawingml/2006/main">
              <a:ext uri="{FF2B5EF4-FFF2-40B4-BE49-F238E27FC236}">
                <a16:creationId xmlns:a16="http://schemas.microsoft.com/office/drawing/2014/main" id="{AA3B0CC4-C45E-45AE-A69E-508EF7DD0CF1}"/>
              </a:ext>
            </a:extLst>
          </p:cNvPr>
          <p:cNvSpPr>
            <a:spLocks xmlns:a="http://schemas.openxmlformats.org/drawingml/2006/main" noGrp="1"/>
          </p:cNvSpPr>
          <p:nvPr/>
        </p:nvSpPr>
        <p:spPr>
          <a:xfrm xmlns:a="http://schemas.openxmlformats.org/drawingml/2006/main">
            <a:off x="10287000" y="2857500"/>
            <a:ext cx="9525" cy="381000"/>
          </a:xfrm>
          <a:custGeom xmlns:a="http://schemas.openxmlformats.org/drawingml/2006/main">
            <a:pathLst>
              <a:path w="9525" h="381000">
                <a:moveTo>
                  <a:pt x="0" y="381000"/>
                </a:moveTo>
                <a:lnTo>
                  <a:pt x="0" y="0"/>
                </a:lnTo>
              </a:path>
            </a:pathLst>
          </a:custGeom>
          <a:noFill xmlns:a="http://schemas.openxmlformats.org/drawingml/2006/main"/>
          <a:ln xmlns:a="http://schemas.openxmlformats.org/drawingml/2006/main" w="12859">
            <a:solidFill>
              <a:srgbClr val="111111"/>
            </a:solidFill>
          </a:ln>
        </p:spPr>
      </p:sp>
      <p:sp>
        <p:nvSpPr>
          <p:cNvPr id="92" name="">
            <a:extLst xmlns:a="http://schemas.openxmlformats.org/drawingml/2006/main">
              <a:ext uri="{FF2B5EF4-FFF2-40B4-BE49-F238E27FC236}">
                <a16:creationId xmlns:a16="http://schemas.microsoft.com/office/drawing/2014/main" id="{D7A7686B-5D85-40CB-89A2-E5CBFC2B0B78}"/>
              </a:ext>
            </a:extLst>
          </p:cNvPr>
          <p:cNvSpPr>
            <a:spLocks xmlns:a="http://schemas.openxmlformats.org/drawingml/2006/main" noGrp="1"/>
          </p:cNvSpPr>
          <p:nvPr/>
        </p:nvSpPr>
        <p:spPr>
          <a:xfrm xmlns:a="http://schemas.openxmlformats.org/drawingml/2006/main">
            <a:off x="10429875" y="2924175"/>
            <a:ext cx="8096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actions</a:t>
            </a:r>
          </a:p>
        </p:txBody>
      </p:sp>
      <p:sp>
        <p:nvSpPr>
          <p:cNvPr id="93" name="">
            <a:extLst xmlns:a="http://schemas.openxmlformats.org/drawingml/2006/main">
              <a:ext uri="{FF2B5EF4-FFF2-40B4-BE49-F238E27FC236}">
                <a16:creationId xmlns:a16="http://schemas.microsoft.com/office/drawing/2014/main" id="{F2FD4FCB-A013-4DBA-AB6D-8A7D146C7A65}"/>
              </a:ext>
            </a:extLst>
          </p:cNvPr>
          <p:cNvSpPr>
            <a:spLocks xmlns:a="http://schemas.openxmlformats.org/drawingml/2006/main" noGrp="1"/>
          </p:cNvSpPr>
          <p:nvPr/>
        </p:nvSpPr>
        <p:spPr>
          <a:xfrm xmlns:a="http://schemas.openxmlformats.org/drawingml/2006/main">
            <a:off x="2381250" y="51339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2859">
            <a:solidFill>
              <a:srgbClr val="111111"/>
            </a:solidFill>
          </a:ln>
        </p:spPr>
      </p:sp>
      <p:sp>
        <p:nvSpPr>
          <p:cNvPr id="94" name="">
            <a:extLst xmlns:a="http://schemas.openxmlformats.org/drawingml/2006/main">
              <a:ext uri="{FF2B5EF4-FFF2-40B4-BE49-F238E27FC236}">
                <a16:creationId xmlns:a16="http://schemas.microsoft.com/office/drawing/2014/main" id="{E10B0893-8FCB-4E4B-BA9E-F2C83E5402C5}"/>
              </a:ext>
            </a:extLst>
          </p:cNvPr>
          <p:cNvSpPr>
            <a:spLocks xmlns:a="http://schemas.openxmlformats.org/drawingml/2006/main" noGrp="1"/>
          </p:cNvSpPr>
          <p:nvPr/>
        </p:nvSpPr>
        <p:spPr>
          <a:xfrm xmlns:a="http://schemas.openxmlformats.org/drawingml/2006/main">
            <a:off x="2105025" y="4648200"/>
            <a:ext cx="8572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update</a:t>
            </a:r>
          </a:p>
        </p:txBody>
      </p:sp>
      <p:sp>
        <p:nvSpPr>
          <p:cNvPr id="95" name="">
            <a:extLst xmlns:a="http://schemas.openxmlformats.org/drawingml/2006/main">
              <a:ext uri="{FF2B5EF4-FFF2-40B4-BE49-F238E27FC236}">
                <a16:creationId xmlns:a16="http://schemas.microsoft.com/office/drawing/2014/main" id="{62CE9A38-B03C-4069-A7ED-744C1DA97C52}"/>
              </a:ext>
            </a:extLst>
          </p:cNvPr>
          <p:cNvSpPr>
            <a:spLocks xmlns:a="http://schemas.openxmlformats.org/drawingml/2006/main" noGrp="1"/>
          </p:cNvSpPr>
          <p:nvPr/>
        </p:nvSpPr>
        <p:spPr>
          <a:xfrm xmlns:a="http://schemas.openxmlformats.org/drawingml/2006/main">
            <a:off x="4095750" y="2543175"/>
            <a:ext cx="1714500" cy="2695575"/>
          </a:xfrm>
          <a:custGeom xmlns:a="http://schemas.openxmlformats.org/drawingml/2006/main">
            <a:pathLst>
              <a:path w="1714500" h="2695575">
                <a:moveTo>
                  <a:pt x="0" y="2695575"/>
                </a:moveTo>
                <a:lnTo>
                  <a:pt x="476250" y="2695575"/>
                </a:lnTo>
                <a:lnTo>
                  <a:pt x="476250" y="1571625"/>
                </a:lnTo>
                <a:lnTo>
                  <a:pt x="1714500" y="1571625"/>
                </a:lnTo>
                <a:lnTo>
                  <a:pt x="1714500" y="0"/>
                </a:lnTo>
                <a:lnTo>
                  <a:pt x="952500" y="0"/>
                </a:lnTo>
              </a:path>
            </a:pathLst>
          </a:custGeom>
          <a:noFill xmlns:a="http://schemas.openxmlformats.org/drawingml/2006/main"/>
          <a:ln xmlns:a="http://schemas.openxmlformats.org/drawingml/2006/main" w="12859">
            <a:solidFill>
              <a:srgbClr val="111111"/>
            </a:solidFill>
          </a:ln>
        </p:spPr>
      </p:sp>
      <p:sp>
        <p:nvSpPr>
          <p:cNvPr id="96" name="">
            <a:extLst xmlns:a="http://schemas.openxmlformats.org/drawingml/2006/main">
              <a:ext uri="{FF2B5EF4-FFF2-40B4-BE49-F238E27FC236}">
                <a16:creationId xmlns:a16="http://schemas.microsoft.com/office/drawing/2014/main" id="{94920E54-3D55-4D3B-854A-FD591971073C}"/>
              </a:ext>
            </a:extLst>
          </p:cNvPr>
          <p:cNvSpPr>
            <a:spLocks xmlns:a="http://schemas.openxmlformats.org/drawingml/2006/main" noGrp="1"/>
          </p:cNvSpPr>
          <p:nvPr/>
        </p:nvSpPr>
        <p:spPr>
          <a:xfrm xmlns:a="http://schemas.openxmlformats.org/drawingml/2006/main">
            <a:off x="4572000" y="4133850"/>
            <a:ext cx="10001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stock of</a:t>
            </a:r>
          </a:p>
        </p:txBody>
      </p:sp>
      <p:sp>
        <p:nvSpPr>
          <p:cNvPr id="97" name="">
            <a:extLst xmlns:a="http://schemas.openxmlformats.org/drawingml/2006/main">
              <a:ext uri="{FF2B5EF4-FFF2-40B4-BE49-F238E27FC236}">
                <a16:creationId xmlns:a16="http://schemas.microsoft.com/office/drawing/2014/main" id="{28CD86A8-2577-416A-AD4E-98B67020BD74}"/>
              </a:ext>
            </a:extLst>
          </p:cNvPr>
          <p:cNvSpPr>
            <a:spLocks xmlns:a="http://schemas.openxmlformats.org/drawingml/2006/main" noGrp="1"/>
          </p:cNvSpPr>
          <p:nvPr/>
        </p:nvSpPr>
        <p:spPr>
          <a:xfrm xmlns:a="http://schemas.openxmlformats.org/drawingml/2006/main">
            <a:off x="6810375" y="50958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12859">
            <a:solidFill>
              <a:srgbClr val="111111"/>
            </a:solidFill>
          </a:ln>
        </p:spPr>
      </p:sp>
      <p:sp>
        <p:nvSpPr>
          <p:cNvPr id="98" name="">
            <a:extLst xmlns:a="http://schemas.openxmlformats.org/drawingml/2006/main">
              <a:ext uri="{FF2B5EF4-FFF2-40B4-BE49-F238E27FC236}">
                <a16:creationId xmlns:a16="http://schemas.microsoft.com/office/drawing/2014/main" id="{EF9D2557-979B-4C60-9B95-D52A7EA44FA8}"/>
              </a:ext>
            </a:extLst>
          </p:cNvPr>
          <p:cNvSpPr>
            <a:spLocks xmlns:a="http://schemas.openxmlformats.org/drawingml/2006/main" noGrp="1"/>
          </p:cNvSpPr>
          <p:nvPr/>
        </p:nvSpPr>
        <p:spPr>
          <a:xfrm xmlns:a="http://schemas.openxmlformats.org/drawingml/2006/main">
            <a:off x="6810375" y="4781550"/>
            <a:ext cx="5715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 : 1</a:t>
            </a:r>
          </a:p>
        </p:txBody>
      </p:sp>
      <p:sp>
        <p:nvSpPr>
          <p:cNvPr id="99" name="">
            <a:extLst xmlns:a="http://schemas.openxmlformats.org/drawingml/2006/main">
              <a:ext uri="{FF2B5EF4-FFF2-40B4-BE49-F238E27FC236}">
                <a16:creationId xmlns:a16="http://schemas.microsoft.com/office/drawing/2014/main" id="{9CA8AD10-31E3-4F62-B19E-3690333DF53C}"/>
              </a:ext>
            </a:extLst>
          </p:cNvPr>
          <p:cNvSpPr>
            <a:spLocks xmlns:a="http://schemas.openxmlformats.org/drawingml/2006/main" noGrp="1"/>
          </p:cNvSpPr>
          <p:nvPr/>
        </p:nvSpPr>
        <p:spPr>
          <a:xfrm xmlns:a="http://schemas.openxmlformats.org/drawingml/2006/main">
            <a:off x="6096000" y="5334000"/>
            <a:ext cx="9525" cy="285750"/>
          </a:xfrm>
          <a:custGeom xmlns:a="http://schemas.openxmlformats.org/drawingml/2006/main">
            <a:pathLst>
              <a:path w="9525" h="285750">
                <a:moveTo>
                  <a:pt x="0" y="285750"/>
                </a:moveTo>
                <a:lnTo>
                  <a:pt x="0" y="0"/>
                </a:lnTo>
              </a:path>
            </a:pathLst>
          </a:custGeom>
          <a:noFill xmlns:a="http://schemas.openxmlformats.org/drawingml/2006/main"/>
          <a:ln xmlns:a="http://schemas.openxmlformats.org/drawingml/2006/main" w="12859">
            <a:solidFill>
              <a:srgbClr val="111111"/>
            </a:solidFill>
          </a:ln>
        </p:spPr>
      </p:sp>
      <p:sp>
        <p:nvSpPr>
          <p:cNvPr id="100" name="">
            <a:extLst xmlns:a="http://schemas.openxmlformats.org/drawingml/2006/main">
              <a:ext uri="{FF2B5EF4-FFF2-40B4-BE49-F238E27FC236}">
                <a16:creationId xmlns:a16="http://schemas.microsoft.com/office/drawing/2014/main" id="{4486F930-36FE-42AD-8C82-0814852D20D7}"/>
              </a:ext>
            </a:extLst>
          </p:cNvPr>
          <p:cNvSpPr>
            <a:spLocks xmlns:a="http://schemas.openxmlformats.org/drawingml/2006/main" noGrp="1"/>
          </p:cNvSpPr>
          <p:nvPr/>
        </p:nvSpPr>
        <p:spPr>
          <a:xfrm xmlns:a="http://schemas.openxmlformats.org/drawingml/2006/main">
            <a:off x="5495925" y="5343525"/>
            <a:ext cx="52387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is a</a:t>
            </a:r>
          </a:p>
        </p:txBody>
      </p:sp>
      <p:sp>
        <p:nvSpPr>
          <p:cNvPr id="101" name="">
            <a:extLst xmlns:a="http://schemas.openxmlformats.org/drawingml/2006/main">
              <a:ext uri="{FF2B5EF4-FFF2-40B4-BE49-F238E27FC236}">
                <a16:creationId xmlns:a16="http://schemas.microsoft.com/office/drawing/2014/main" id="{22BC6535-46A0-41C9-A9C6-38FF04EFDCF4}"/>
              </a:ext>
            </a:extLst>
          </p:cNvPr>
          <p:cNvSpPr>
            <a:spLocks xmlns:a="http://schemas.openxmlformats.org/drawingml/2006/main" noGrp="1"/>
          </p:cNvSpPr>
          <p:nvPr/>
        </p:nvSpPr>
        <p:spPr>
          <a:xfrm xmlns:a="http://schemas.openxmlformats.org/drawingml/2006/main">
            <a:off x="6096000" y="5334000"/>
            <a:ext cx="4143375" cy="285750"/>
          </a:xfrm>
          <a:custGeom xmlns:a="http://schemas.openxmlformats.org/drawingml/2006/main">
            <a:pathLst>
              <a:path w="4143375" h="285750">
                <a:moveTo>
                  <a:pt x="4143375" y="285750"/>
                </a:moveTo>
                <a:lnTo>
                  <a:pt x="4143375" y="142875"/>
                </a:lnTo>
                <a:lnTo>
                  <a:pt x="0" y="142875"/>
                </a:lnTo>
                <a:lnTo>
                  <a:pt x="0" y="0"/>
                </a:lnTo>
              </a:path>
            </a:pathLst>
          </a:custGeom>
          <a:noFill xmlns:a="http://schemas.openxmlformats.org/drawingml/2006/main"/>
          <a:ln xmlns:a="http://schemas.openxmlformats.org/drawingml/2006/main" w="12859">
            <a:solidFill>
              <a:srgbClr val="111111"/>
            </a:solidFill>
          </a:ln>
        </p:spPr>
      </p:sp>
      <p:sp>
        <p:nvSpPr>
          <p:cNvPr id="102" name="">
            <a:extLst xmlns:a="http://schemas.openxmlformats.org/drawingml/2006/main">
              <a:ext uri="{FF2B5EF4-FFF2-40B4-BE49-F238E27FC236}">
                <a16:creationId xmlns:a16="http://schemas.microsoft.com/office/drawing/2014/main" id="{697381D1-D32E-47C6-8DE5-9ECEFD63559D}"/>
              </a:ext>
            </a:extLst>
          </p:cNvPr>
          <p:cNvSpPr>
            <a:spLocks xmlns:a="http://schemas.openxmlformats.org/drawingml/2006/main" noGrp="1"/>
          </p:cNvSpPr>
          <p:nvPr/>
        </p:nvSpPr>
        <p:spPr>
          <a:xfrm xmlns:a="http://schemas.openxmlformats.org/drawingml/2006/main">
            <a:off x="8372475" y="5362575"/>
            <a:ext cx="52387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is a</a:t>
            </a:r>
          </a:p>
        </p:txBody>
      </p:sp>
      <p:sp>
        <p:nvSpPr>
          <p:cNvPr id="103" name="">
            <a:extLst xmlns:a="http://schemas.openxmlformats.org/drawingml/2006/main">
              <a:ext uri="{FF2B5EF4-FFF2-40B4-BE49-F238E27FC236}">
                <a16:creationId xmlns:a16="http://schemas.microsoft.com/office/drawing/2014/main" id="{0BBEBC45-7F38-470D-8499-183D85B74D23}"/>
              </a:ext>
            </a:extLst>
          </p:cNvPr>
          <p:cNvSpPr>
            <a:spLocks xmlns:a="http://schemas.openxmlformats.org/drawingml/2006/main" noGrp="1"/>
          </p:cNvSpPr>
          <p:nvPr/>
        </p:nvSpPr>
        <p:spPr>
          <a:xfrm xmlns:a="http://schemas.openxmlformats.org/drawingml/2006/main">
            <a:off x="1666875" y="5095875"/>
            <a:ext cx="3714750" cy="952500"/>
          </a:xfrm>
          <a:custGeom xmlns:a="http://schemas.openxmlformats.org/drawingml/2006/main">
            <a:pathLst>
              <a:path w="3714750" h="952500">
                <a:moveTo>
                  <a:pt x="0" y="266700"/>
                </a:moveTo>
                <a:lnTo>
                  <a:pt x="0" y="952500"/>
                </a:lnTo>
                <a:lnTo>
                  <a:pt x="3095625" y="952500"/>
                </a:lnTo>
                <a:lnTo>
                  <a:pt x="3095625" y="0"/>
                </a:lnTo>
                <a:lnTo>
                  <a:pt x="3714750" y="0"/>
                </a:lnTo>
              </a:path>
            </a:pathLst>
          </a:custGeom>
          <a:noFill xmlns:a="http://schemas.openxmlformats.org/drawingml/2006/main"/>
          <a:ln xmlns:a="http://schemas.openxmlformats.org/drawingml/2006/main" w="12859">
            <a:solidFill>
              <a:srgbClr val="111111"/>
            </a:solidFill>
          </a:ln>
        </p:spPr>
      </p:sp>
      <p:sp>
        <p:nvSpPr>
          <p:cNvPr id="104" name="">
            <a:extLst xmlns:a="http://schemas.openxmlformats.org/drawingml/2006/main">
              <a:ext uri="{FF2B5EF4-FFF2-40B4-BE49-F238E27FC236}">
                <a16:creationId xmlns:a16="http://schemas.microsoft.com/office/drawing/2014/main" id="{C5D33F91-0C83-4F41-84C3-D3CC9B92BEC4}"/>
              </a:ext>
            </a:extLst>
          </p:cNvPr>
          <p:cNvSpPr>
            <a:spLocks xmlns:a="http://schemas.openxmlformats.org/drawingml/2006/main" noGrp="1"/>
          </p:cNvSpPr>
          <p:nvPr/>
        </p:nvSpPr>
        <p:spPr>
          <a:xfrm xmlns:a="http://schemas.openxmlformats.org/drawingml/2006/main">
            <a:off x="4171950" y="5867400"/>
            <a:ext cx="52387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is a</a:t>
            </a:r>
          </a:p>
        </p:txBody>
      </p:sp>
      <p:sp>
        <p:nvSpPr>
          <p:cNvPr id="105" name="">
            <a:extLst xmlns:a="http://schemas.openxmlformats.org/drawingml/2006/main">
              <a:ext uri="{FF2B5EF4-FFF2-40B4-BE49-F238E27FC236}">
                <a16:creationId xmlns:a16="http://schemas.microsoft.com/office/drawing/2014/main" id="{4AF66AEA-9AE6-428D-9371-CDEC5354D676}"/>
              </a:ext>
            </a:extLst>
          </p:cNvPr>
          <p:cNvSpPr>
            <a:spLocks xmlns:a="http://schemas.openxmlformats.org/drawingml/2006/main" noGrp="1"/>
          </p:cNvSpPr>
          <p:nvPr/>
        </p:nvSpPr>
        <p:spPr>
          <a:xfrm xmlns:a="http://schemas.openxmlformats.org/drawingml/2006/main">
            <a:off x="4286250" y="3743325"/>
            <a:ext cx="1095375" cy="1352550"/>
          </a:xfrm>
          <a:custGeom xmlns:a="http://schemas.openxmlformats.org/drawingml/2006/main">
            <a:pathLst>
              <a:path w="1095375" h="1352550">
                <a:moveTo>
                  <a:pt x="0" y="0"/>
                </a:moveTo>
                <a:lnTo>
                  <a:pt x="0" y="285750"/>
                </a:lnTo>
                <a:lnTo>
                  <a:pt x="476250" y="285750"/>
                </a:lnTo>
                <a:lnTo>
                  <a:pt x="476250" y="1352550"/>
                </a:lnTo>
                <a:lnTo>
                  <a:pt x="1095375" y="1352550"/>
                </a:lnTo>
              </a:path>
            </a:pathLst>
          </a:custGeom>
          <a:noFill xmlns:a="http://schemas.openxmlformats.org/drawingml/2006/main"/>
          <a:ln xmlns:a="http://schemas.openxmlformats.org/drawingml/2006/main" w="12859">
            <a:solidFill>
              <a:srgbClr val="111111"/>
            </a:solidFill>
          </a:ln>
        </p:spPr>
      </p:sp>
      <p:sp>
        <p:nvSpPr>
          <p:cNvPr id="106" name="">
            <a:extLst xmlns:a="http://schemas.openxmlformats.org/drawingml/2006/main">
              <a:ext uri="{FF2B5EF4-FFF2-40B4-BE49-F238E27FC236}">
                <a16:creationId xmlns:a16="http://schemas.microsoft.com/office/drawing/2014/main" id="{90A5C929-B9A5-4725-9C4D-297C4B53E393}"/>
              </a:ext>
            </a:extLst>
          </p:cNvPr>
          <p:cNvSpPr>
            <a:spLocks xmlns:a="http://schemas.openxmlformats.org/drawingml/2006/main" noGrp="1"/>
          </p:cNvSpPr>
          <p:nvPr/>
        </p:nvSpPr>
        <p:spPr>
          <a:xfrm xmlns:a="http://schemas.openxmlformats.org/drawingml/2006/main">
            <a:off x="4838700" y="4524375"/>
            <a:ext cx="4572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is a</a:t>
            </a:r>
          </a:p>
        </p:txBody>
      </p:sp>
      <p:sp>
        <p:nvSpPr>
          <p:cNvPr id="107" name="">
            <a:extLst xmlns:a="http://schemas.openxmlformats.org/drawingml/2006/main">
              <a:ext uri="{FF2B5EF4-FFF2-40B4-BE49-F238E27FC236}">
                <a16:creationId xmlns:a16="http://schemas.microsoft.com/office/drawing/2014/main" id="{20221073-A20F-49D2-A574-147C94A6AEC8}"/>
              </a:ext>
            </a:extLst>
          </p:cNvPr>
          <p:cNvSpPr>
            <a:spLocks xmlns:a="http://schemas.openxmlformats.org/drawingml/2006/main" noGrp="1"/>
          </p:cNvSpPr>
          <p:nvPr/>
        </p:nvSpPr>
        <p:spPr>
          <a:xfrm xmlns:a="http://schemas.openxmlformats.org/drawingml/2006/main">
            <a:off x="762000" y="2543175"/>
            <a:ext cx="10953750" cy="4600575"/>
          </a:xfrm>
          <a:custGeom xmlns:a="http://schemas.openxmlformats.org/drawingml/2006/main">
            <a:pathLst>
              <a:path w="10953750" h="4600575">
                <a:moveTo>
                  <a:pt x="10287000" y="0"/>
                </a:moveTo>
                <a:lnTo>
                  <a:pt x="10953750" y="0"/>
                </a:lnTo>
                <a:lnTo>
                  <a:pt x="10953750" y="4048125"/>
                </a:lnTo>
                <a:lnTo>
                  <a:pt x="0" y="4048125"/>
                </a:lnTo>
                <a:lnTo>
                  <a:pt x="0" y="4505325"/>
                </a:lnTo>
                <a:lnTo>
                  <a:pt x="2952750" y="4505325"/>
                </a:lnTo>
                <a:lnTo>
                  <a:pt x="2952750" y="4600575"/>
                </a:lnTo>
              </a:path>
            </a:pathLst>
          </a:custGeom>
          <a:noFill xmlns:a="http://schemas.openxmlformats.org/drawingml/2006/main"/>
          <a:ln xmlns:a="http://schemas.openxmlformats.org/drawingml/2006/main" w="12859">
            <a:solidFill>
              <a:srgbClr val="111111"/>
            </a:solidFill>
          </a:ln>
        </p:spPr>
      </p:sp>
      <p:sp>
        <p:nvSpPr>
          <p:cNvPr id="108" name="">
            <a:extLst xmlns:a="http://schemas.openxmlformats.org/drawingml/2006/main">
              <a:ext uri="{FF2B5EF4-FFF2-40B4-BE49-F238E27FC236}">
                <a16:creationId xmlns:a16="http://schemas.microsoft.com/office/drawing/2014/main" id="{A0C3B6A9-76BB-4EF2-85D3-B1F53ECE7567}"/>
              </a:ext>
            </a:extLst>
          </p:cNvPr>
          <p:cNvSpPr>
            <a:spLocks xmlns:a="http://schemas.openxmlformats.org/drawingml/2006/main" noGrp="1"/>
          </p:cNvSpPr>
          <p:nvPr/>
        </p:nvSpPr>
        <p:spPr>
          <a:xfrm xmlns:a="http://schemas.openxmlformats.org/drawingml/2006/main">
            <a:off x="10553700" y="4000500"/>
            <a:ext cx="10001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checkout</a:t>
            </a:r>
          </a:p>
        </p:txBody>
      </p:sp>
      <p:sp>
        <p:nvSpPr>
          <p:cNvPr id="109" name="">
            <a:extLst xmlns:a="http://schemas.openxmlformats.org/drawingml/2006/main">
              <a:ext uri="{FF2B5EF4-FFF2-40B4-BE49-F238E27FC236}">
                <a16:creationId xmlns:a16="http://schemas.microsoft.com/office/drawing/2014/main" id="{33321C14-B9D1-4282-A9B9-39799DFED25B}"/>
              </a:ext>
            </a:extLst>
          </p:cNvPr>
          <p:cNvSpPr>
            <a:spLocks xmlns:a="http://schemas.openxmlformats.org/drawingml/2006/main" noGrp="1"/>
          </p:cNvSpPr>
          <p:nvPr/>
        </p:nvSpPr>
        <p:spPr>
          <a:xfrm xmlns:a="http://schemas.openxmlformats.org/drawingml/2006/main">
            <a:off x="2238375" y="7372350"/>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12859">
            <a:solidFill>
              <a:srgbClr val="111111"/>
            </a:solidFill>
          </a:ln>
        </p:spPr>
      </p:sp>
      <p:sp>
        <p:nvSpPr>
          <p:cNvPr id="110" name="">
            <a:extLst xmlns:a="http://schemas.openxmlformats.org/drawingml/2006/main">
              <a:ext uri="{FF2B5EF4-FFF2-40B4-BE49-F238E27FC236}">
                <a16:creationId xmlns:a16="http://schemas.microsoft.com/office/drawing/2014/main" id="{808D8D30-770E-4297-A39D-1B4893455A94}"/>
              </a:ext>
            </a:extLst>
          </p:cNvPr>
          <p:cNvSpPr>
            <a:spLocks xmlns:a="http://schemas.openxmlformats.org/drawingml/2006/main" noGrp="1"/>
          </p:cNvSpPr>
          <p:nvPr/>
        </p:nvSpPr>
        <p:spPr>
          <a:xfrm xmlns:a="http://schemas.openxmlformats.org/drawingml/2006/main">
            <a:off x="2276475" y="7105650"/>
            <a:ext cx="6191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place</a:t>
            </a:r>
          </a:p>
        </p:txBody>
      </p:sp>
      <p:sp>
        <p:nvSpPr>
          <p:cNvPr id="111" name="">
            <a:extLst xmlns:a="http://schemas.openxmlformats.org/drawingml/2006/main">
              <a:ext uri="{FF2B5EF4-FFF2-40B4-BE49-F238E27FC236}">
                <a16:creationId xmlns:a16="http://schemas.microsoft.com/office/drawing/2014/main" id="{F4AEF5C4-45FD-4112-A361-9D6E3F9B655F}"/>
              </a:ext>
            </a:extLst>
          </p:cNvPr>
          <p:cNvSpPr>
            <a:spLocks xmlns:a="http://schemas.openxmlformats.org/drawingml/2006/main" noGrp="1"/>
          </p:cNvSpPr>
          <p:nvPr/>
        </p:nvSpPr>
        <p:spPr>
          <a:xfrm xmlns:a="http://schemas.openxmlformats.org/drawingml/2006/main">
            <a:off x="2276475" y="7448550"/>
            <a:ext cx="619125"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cancel</a:t>
            </a:r>
          </a:p>
        </p:txBody>
      </p:sp>
      <p:sp>
        <p:nvSpPr>
          <p:cNvPr id="112" name="">
            <a:extLst xmlns:a="http://schemas.openxmlformats.org/drawingml/2006/main">
              <a:ext uri="{FF2B5EF4-FFF2-40B4-BE49-F238E27FC236}">
                <a16:creationId xmlns:a16="http://schemas.microsoft.com/office/drawing/2014/main" id="{45BD581D-56BE-4BBC-BBEE-D5290995D836}"/>
              </a:ext>
            </a:extLst>
          </p:cNvPr>
          <p:cNvSpPr>
            <a:spLocks xmlns:a="http://schemas.openxmlformats.org/drawingml/2006/main" noGrp="1"/>
          </p:cNvSpPr>
          <p:nvPr/>
        </p:nvSpPr>
        <p:spPr>
          <a:xfrm xmlns:a="http://schemas.openxmlformats.org/drawingml/2006/main">
            <a:off x="4476750" y="7448550"/>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12859">
            <a:solidFill>
              <a:srgbClr val="111111"/>
            </a:solidFill>
          </a:ln>
        </p:spPr>
      </p:sp>
      <p:sp>
        <p:nvSpPr>
          <p:cNvPr id="113" name="">
            <a:extLst xmlns:a="http://schemas.openxmlformats.org/drawingml/2006/main">
              <a:ext uri="{FF2B5EF4-FFF2-40B4-BE49-F238E27FC236}">
                <a16:creationId xmlns:a16="http://schemas.microsoft.com/office/drawing/2014/main" id="{CE9BF79B-5689-4C32-9E12-45CF6862C7A6}"/>
              </a:ext>
            </a:extLst>
          </p:cNvPr>
          <p:cNvSpPr>
            <a:spLocks xmlns:a="http://schemas.openxmlformats.org/drawingml/2006/main" noGrp="1"/>
          </p:cNvSpPr>
          <p:nvPr/>
        </p:nvSpPr>
        <p:spPr>
          <a:xfrm xmlns:a="http://schemas.openxmlformats.org/drawingml/2006/main">
            <a:off x="4514850" y="7153275"/>
            <a:ext cx="3619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1..*</a:t>
            </a:r>
          </a:p>
        </p:txBody>
      </p:sp>
      <p:sp>
        <p:nvSpPr>
          <p:cNvPr id="114" name="">
            <a:extLst xmlns:a="http://schemas.openxmlformats.org/drawingml/2006/main">
              <a:ext uri="{FF2B5EF4-FFF2-40B4-BE49-F238E27FC236}">
                <a16:creationId xmlns:a16="http://schemas.microsoft.com/office/drawing/2014/main" id="{94F2E6D5-F61E-4456-B6F8-14C6E6E3DB8D}"/>
              </a:ext>
            </a:extLst>
          </p:cNvPr>
          <p:cNvSpPr>
            <a:spLocks xmlns:a="http://schemas.openxmlformats.org/drawingml/2006/main" noGrp="1"/>
          </p:cNvSpPr>
          <p:nvPr/>
        </p:nvSpPr>
        <p:spPr>
          <a:xfrm xmlns:a="http://schemas.openxmlformats.org/drawingml/2006/main">
            <a:off x="3714750" y="776287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2859">
            <a:solidFill>
              <a:srgbClr val="111111"/>
            </a:solidFill>
          </a:ln>
        </p:spPr>
      </p:sp>
      <p:sp>
        <p:nvSpPr>
          <p:cNvPr id="115" name="">
            <a:extLst xmlns:a="http://schemas.openxmlformats.org/drawingml/2006/main">
              <a:ext uri="{FF2B5EF4-FFF2-40B4-BE49-F238E27FC236}">
                <a16:creationId xmlns:a16="http://schemas.microsoft.com/office/drawing/2014/main" id="{70E623BB-747D-48AE-90CA-54F1BE3866CA}"/>
              </a:ext>
            </a:extLst>
          </p:cNvPr>
          <p:cNvSpPr>
            <a:spLocks xmlns:a="http://schemas.openxmlformats.org/drawingml/2006/main" noGrp="1"/>
          </p:cNvSpPr>
          <p:nvPr/>
        </p:nvSpPr>
        <p:spPr>
          <a:xfrm xmlns:a="http://schemas.openxmlformats.org/drawingml/2006/main">
            <a:off x="3810000" y="7781925"/>
            <a:ext cx="4762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has</a:t>
            </a:r>
          </a:p>
        </p:txBody>
      </p:sp>
      <p:sp>
        <p:nvSpPr>
          <p:cNvPr id="116" name="">
            <a:extLst xmlns:a="http://schemas.openxmlformats.org/drawingml/2006/main">
              <a:ext uri="{FF2B5EF4-FFF2-40B4-BE49-F238E27FC236}">
                <a16:creationId xmlns:a16="http://schemas.microsoft.com/office/drawing/2014/main" id="{0D5AB0ED-3D0C-4084-9DE0-FB450FD8AED9}"/>
              </a:ext>
            </a:extLst>
          </p:cNvPr>
          <p:cNvSpPr>
            <a:spLocks xmlns:a="http://schemas.openxmlformats.org/drawingml/2006/main" noGrp="1"/>
          </p:cNvSpPr>
          <p:nvPr/>
        </p:nvSpPr>
        <p:spPr>
          <a:xfrm xmlns:a="http://schemas.openxmlformats.org/drawingml/2006/main">
            <a:off x="9144000" y="73723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12859">
            <a:solidFill>
              <a:srgbClr val="111111"/>
            </a:solidFill>
          </a:ln>
        </p:spPr>
      </p:sp>
      <p:sp>
        <p:nvSpPr>
          <p:cNvPr id="117" name="">
            <a:extLst xmlns:a="http://schemas.openxmlformats.org/drawingml/2006/main">
              <a:ext uri="{FF2B5EF4-FFF2-40B4-BE49-F238E27FC236}">
                <a16:creationId xmlns:a16="http://schemas.microsoft.com/office/drawing/2014/main" id="{226A3D04-ED16-479A-AFD1-077EABD173FD}"/>
              </a:ext>
            </a:extLst>
          </p:cNvPr>
          <p:cNvSpPr>
            <a:spLocks xmlns:a="http://schemas.openxmlformats.org/drawingml/2006/main" noGrp="1"/>
          </p:cNvSpPr>
          <p:nvPr/>
        </p:nvSpPr>
        <p:spPr>
          <a:xfrm xmlns:a="http://schemas.openxmlformats.org/drawingml/2006/main">
            <a:off x="9144000" y="7115175"/>
            <a:ext cx="3810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view</a:t>
            </a:r>
          </a:p>
        </p:txBody>
      </p:sp>
      <p:sp>
        <p:nvSpPr>
          <p:cNvPr id="118" name="">
            <a:extLst xmlns:a="http://schemas.openxmlformats.org/drawingml/2006/main">
              <a:ext uri="{FF2B5EF4-FFF2-40B4-BE49-F238E27FC236}">
                <a16:creationId xmlns:a16="http://schemas.microsoft.com/office/drawing/2014/main" id="{F948FC99-BF83-4680-9F87-4B6CD0426A4A}"/>
              </a:ext>
            </a:extLst>
          </p:cNvPr>
          <p:cNvSpPr>
            <a:spLocks xmlns:a="http://schemas.openxmlformats.org/drawingml/2006/main" noGrp="1"/>
          </p:cNvSpPr>
          <p:nvPr/>
        </p:nvSpPr>
        <p:spPr>
          <a:xfrm xmlns:a="http://schemas.openxmlformats.org/drawingml/2006/main">
            <a:off x="10382250" y="7762875"/>
            <a:ext cx="9525" cy="285750"/>
          </a:xfrm>
          <a:custGeom xmlns:a="http://schemas.openxmlformats.org/drawingml/2006/main">
            <a:pathLst>
              <a:path w="9525" h="285750">
                <a:moveTo>
                  <a:pt x="0" y="285750"/>
                </a:moveTo>
                <a:lnTo>
                  <a:pt x="0" y="0"/>
                </a:lnTo>
              </a:path>
            </a:pathLst>
          </a:custGeom>
          <a:noFill xmlns:a="http://schemas.openxmlformats.org/drawingml/2006/main"/>
          <a:ln xmlns:a="http://schemas.openxmlformats.org/drawingml/2006/main" w="12859">
            <a:solidFill>
              <a:srgbClr val="111111"/>
            </a:solidFill>
          </a:ln>
        </p:spPr>
      </p:sp>
      <p:sp>
        <p:nvSpPr>
          <p:cNvPr id="119" name="">
            <a:extLst xmlns:a="http://schemas.openxmlformats.org/drawingml/2006/main">
              <a:ext uri="{FF2B5EF4-FFF2-40B4-BE49-F238E27FC236}">
                <a16:creationId xmlns:a16="http://schemas.microsoft.com/office/drawing/2014/main" id="{C8BB8DDF-D9C3-430F-8FB8-AEAD2AAAC5B2}"/>
              </a:ext>
            </a:extLst>
          </p:cNvPr>
          <p:cNvSpPr>
            <a:spLocks xmlns:a="http://schemas.openxmlformats.org/drawingml/2006/main" noGrp="1"/>
          </p:cNvSpPr>
          <p:nvPr/>
        </p:nvSpPr>
        <p:spPr>
          <a:xfrm xmlns:a="http://schemas.openxmlformats.org/drawingml/2006/main">
            <a:off x="10448925" y="7800975"/>
            <a:ext cx="8763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summary</a:t>
            </a:r>
          </a:p>
        </p:txBody>
      </p:sp>
      <p:sp>
        <p:nvSpPr>
          <p:cNvPr id="120" name="">
            <a:extLst xmlns:a="http://schemas.openxmlformats.org/drawingml/2006/main">
              <a:ext uri="{FF2B5EF4-FFF2-40B4-BE49-F238E27FC236}">
                <a16:creationId xmlns:a16="http://schemas.microsoft.com/office/drawing/2014/main" id="{CCE4F2FD-E25D-47AD-AD3A-57D0E8F775C0}"/>
              </a:ext>
            </a:extLst>
          </p:cNvPr>
          <p:cNvSpPr>
            <a:spLocks xmlns:a="http://schemas.openxmlformats.org/drawingml/2006/main" noGrp="1"/>
          </p:cNvSpPr>
          <p:nvPr/>
        </p:nvSpPr>
        <p:spPr>
          <a:xfrm xmlns:a="http://schemas.openxmlformats.org/drawingml/2006/main">
            <a:off x="4476750" y="7448550"/>
            <a:ext cx="5048250" cy="809625"/>
          </a:xfrm>
          <a:custGeom xmlns:a="http://schemas.openxmlformats.org/drawingml/2006/main">
            <a:pathLst>
              <a:path w="5048250" h="809625">
                <a:moveTo>
                  <a:pt x="5048250" y="809625"/>
                </a:moveTo>
                <a:lnTo>
                  <a:pt x="2619375" y="809625"/>
                </a:lnTo>
                <a:lnTo>
                  <a:pt x="2619375" y="495300"/>
                </a:lnTo>
                <a:lnTo>
                  <a:pt x="190500" y="495300"/>
                </a:lnTo>
                <a:lnTo>
                  <a:pt x="190500" y="0"/>
                </a:lnTo>
                <a:lnTo>
                  <a:pt x="0" y="0"/>
                </a:lnTo>
              </a:path>
            </a:pathLst>
          </a:custGeom>
          <a:noFill xmlns:a="http://schemas.openxmlformats.org/drawingml/2006/main"/>
          <a:ln xmlns:a="http://schemas.openxmlformats.org/drawingml/2006/main" w="12859">
            <a:solidFill>
              <a:srgbClr val="111111"/>
            </a:solidFill>
          </a:ln>
        </p:spPr>
      </p:sp>
      <p:sp>
        <p:nvSpPr>
          <p:cNvPr id="121" name="">
            <a:extLst xmlns:a="http://schemas.openxmlformats.org/drawingml/2006/main">
              <a:ext uri="{FF2B5EF4-FFF2-40B4-BE49-F238E27FC236}">
                <a16:creationId xmlns:a16="http://schemas.microsoft.com/office/drawing/2014/main" id="{8B93871E-15C5-4819-8C6B-5E4FFA8FB4C4}"/>
              </a:ext>
            </a:extLst>
          </p:cNvPr>
          <p:cNvSpPr>
            <a:spLocks xmlns:a="http://schemas.openxmlformats.org/drawingml/2006/main" noGrp="1"/>
          </p:cNvSpPr>
          <p:nvPr/>
        </p:nvSpPr>
        <p:spPr>
          <a:xfrm xmlns:a="http://schemas.openxmlformats.org/drawingml/2006/main">
            <a:off x="7334250" y="8067675"/>
            <a:ext cx="12382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order data</a:t>
            </a:r>
          </a:p>
        </p:txBody>
      </p:sp>
      <p:sp>
        <p:nvSpPr>
          <p:cNvPr id="122" name="">
            <a:extLst xmlns:a="http://schemas.openxmlformats.org/drawingml/2006/main">
              <a:ext uri="{FF2B5EF4-FFF2-40B4-BE49-F238E27FC236}">
                <a16:creationId xmlns:a16="http://schemas.microsoft.com/office/drawing/2014/main" id="{F3DF52D8-8B7D-4112-AB33-9CE3109F569C}"/>
              </a:ext>
            </a:extLst>
          </p:cNvPr>
          <p:cNvSpPr>
            <a:spLocks xmlns:a="http://schemas.openxmlformats.org/drawingml/2006/main" noGrp="1"/>
          </p:cNvSpPr>
          <p:nvPr/>
        </p:nvSpPr>
        <p:spPr>
          <a:xfrm xmlns:a="http://schemas.openxmlformats.org/drawingml/2006/main">
            <a:off x="8382000" y="6076950"/>
            <a:ext cx="1857375" cy="1066800"/>
          </a:xfrm>
          <a:custGeom xmlns:a="http://schemas.openxmlformats.org/drawingml/2006/main">
            <a:pathLst>
              <a:path w="1857375" h="1066800">
                <a:moveTo>
                  <a:pt x="0" y="1066800"/>
                </a:moveTo>
                <a:lnTo>
                  <a:pt x="0" y="323850"/>
                </a:lnTo>
                <a:lnTo>
                  <a:pt x="1857375" y="323850"/>
                </a:lnTo>
                <a:lnTo>
                  <a:pt x="1857375" y="0"/>
                </a:lnTo>
              </a:path>
            </a:pathLst>
          </a:custGeom>
          <a:noFill xmlns:a="http://schemas.openxmlformats.org/drawingml/2006/main"/>
          <a:ln xmlns:a="http://schemas.openxmlformats.org/drawingml/2006/main" w="12859">
            <a:solidFill>
              <a:srgbClr val="111111"/>
            </a:solidFill>
          </a:ln>
        </p:spPr>
      </p:sp>
      <p:sp>
        <p:nvSpPr>
          <p:cNvPr id="123" name="">
            <a:extLst xmlns:a="http://schemas.openxmlformats.org/drawingml/2006/main">
              <a:ext uri="{FF2B5EF4-FFF2-40B4-BE49-F238E27FC236}">
                <a16:creationId xmlns:a16="http://schemas.microsoft.com/office/drawing/2014/main" id="{0F6FD9EE-9B2C-4737-8654-493485E1B201}"/>
              </a:ext>
            </a:extLst>
          </p:cNvPr>
          <p:cNvSpPr>
            <a:spLocks xmlns:a="http://schemas.openxmlformats.org/drawingml/2006/main" noGrp="1"/>
          </p:cNvSpPr>
          <p:nvPr/>
        </p:nvSpPr>
        <p:spPr>
          <a:xfrm xmlns:a="http://schemas.openxmlformats.org/drawingml/2006/main">
            <a:off x="8553450" y="6105525"/>
            <a:ext cx="11430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same Admin</a:t>
            </a:r>
          </a:p>
        </p:txBody>
      </p:sp>
      <p:sp>
        <p:nvSpPr>
          <p:cNvPr id="124" name="">
            <a:extLst xmlns:a="http://schemas.openxmlformats.org/drawingml/2006/main">
              <a:ext uri="{FF2B5EF4-FFF2-40B4-BE49-F238E27FC236}">
                <a16:creationId xmlns:a16="http://schemas.microsoft.com/office/drawing/2014/main" id="{F9846493-6AA8-4F53-8252-AC5CF0C4C58F}"/>
              </a:ext>
            </a:extLst>
          </p:cNvPr>
          <p:cNvSpPr>
            <a:spLocks xmlns:a="http://schemas.openxmlformats.org/drawingml/2006/main" noGrp="1"/>
          </p:cNvSpPr>
          <p:nvPr/>
        </p:nvSpPr>
        <p:spPr>
          <a:xfrm xmlns:a="http://schemas.openxmlformats.org/drawingml/2006/main">
            <a:off x="5734050" y="2466975"/>
            <a:ext cx="1266825" cy="5372100"/>
          </a:xfrm>
          <a:custGeom xmlns:a="http://schemas.openxmlformats.org/drawingml/2006/main">
            <a:pathLst>
              <a:path w="1266825" h="5372100">
                <a:moveTo>
                  <a:pt x="0" y="5295900"/>
                </a:moveTo>
                <a:lnTo>
                  <a:pt x="0" y="5372100"/>
                </a:lnTo>
                <a:lnTo>
                  <a:pt x="1266825" y="5372100"/>
                </a:lnTo>
                <a:lnTo>
                  <a:pt x="1266825" y="1771650"/>
                </a:lnTo>
                <a:lnTo>
                  <a:pt x="457200" y="1771650"/>
                </a:lnTo>
                <a:lnTo>
                  <a:pt x="457200" y="0"/>
                </a:lnTo>
                <a:lnTo>
                  <a:pt x="1219200" y="0"/>
                </a:lnTo>
              </a:path>
            </a:pathLst>
          </a:custGeom>
          <a:noFill xmlns:a="http://schemas.openxmlformats.org/drawingml/2006/main"/>
          <a:ln xmlns:a="http://schemas.openxmlformats.org/drawingml/2006/main" w="12859">
            <a:solidFill>
              <a:srgbClr val="111111"/>
            </a:solidFill>
          </a:ln>
        </p:spPr>
      </p:sp>
      <p:sp>
        <p:nvSpPr>
          <p:cNvPr id="125" name="">
            <a:extLst xmlns:a="http://schemas.openxmlformats.org/drawingml/2006/main">
              <a:ext uri="{FF2B5EF4-FFF2-40B4-BE49-F238E27FC236}">
                <a16:creationId xmlns:a16="http://schemas.microsoft.com/office/drawing/2014/main" id="{6C35F7CA-0CEC-4794-AF5A-52A2529A16EB}"/>
              </a:ext>
            </a:extLst>
          </p:cNvPr>
          <p:cNvSpPr>
            <a:spLocks xmlns:a="http://schemas.openxmlformats.org/drawingml/2006/main" noGrp="1"/>
          </p:cNvSpPr>
          <p:nvPr/>
        </p:nvSpPr>
        <p:spPr>
          <a:xfrm xmlns:a="http://schemas.openxmlformats.org/drawingml/2006/main">
            <a:off x="6143625" y="4000500"/>
            <a:ext cx="8572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111111"/>
                </a:solidFill>
                <a:latin typeface="Arial"/>
                <a:ea typeface="Arial"/>
                <a:cs typeface="Arial"/>
              </a:defRPr>
            </a:defPPr>
            <a:lvl1pPr algn="ctr">
              <a:defRPr sz="1275" b="0">
                <a:solidFill>
                  <a:srgbClr val="111111"/>
                </a:solidFill>
                <a:latin typeface="Arial"/>
                <a:ea typeface="Arial"/>
                <a:cs typeface="Arial"/>
              </a:defRPr>
            </a:lvl1pPr>
            <a:lvl2pPr algn="ctr">
              <a:defRPr sz="1275" b="0">
                <a:solidFill>
                  <a:srgbClr val="111111"/>
                </a:solidFill>
                <a:latin typeface="Arial"/>
                <a:ea typeface="Arial"/>
                <a:cs typeface="Arial"/>
              </a:defRPr>
            </a:lvl2pPr>
            <a:lvl3pPr algn="ctr">
              <a:defRPr sz="1275" b="0">
                <a:solidFill>
                  <a:srgbClr val="111111"/>
                </a:solidFill>
                <a:latin typeface="Arial"/>
                <a:ea typeface="Arial"/>
                <a:cs typeface="Arial"/>
              </a:defRPr>
            </a:lvl3pPr>
            <a:lvl4pPr algn="ctr">
              <a:defRPr sz="1275" b="0">
                <a:solidFill>
                  <a:srgbClr val="111111"/>
                </a:solidFill>
                <a:latin typeface="Arial"/>
                <a:ea typeface="Arial"/>
                <a:cs typeface="Arial"/>
              </a:defRPr>
            </a:lvl4pPr>
            <a:lvl5pPr algn="ctr">
              <a:defRPr sz="1275" b="0">
                <a:solidFill>
                  <a:srgbClr val="111111"/>
                </a:solidFill>
                <a:latin typeface="Arial"/>
                <a:ea typeface="Arial"/>
                <a:cs typeface="Arial"/>
              </a:defRPr>
            </a:lvl5pPr>
            <a:lvl6pPr algn="ctr">
              <a:defRPr sz="1275" b="0">
                <a:solidFill>
                  <a:srgbClr val="111111"/>
                </a:solidFill>
                <a:latin typeface="Arial"/>
                <a:ea typeface="Arial"/>
                <a:cs typeface="Arial"/>
              </a:defRPr>
            </a:lvl6pPr>
            <a:lvl7pPr algn="ctr">
              <a:defRPr sz="1275" b="0">
                <a:solidFill>
                  <a:srgbClr val="111111"/>
                </a:solidFill>
                <a:latin typeface="Arial"/>
                <a:ea typeface="Arial"/>
                <a:cs typeface="Arial"/>
              </a:defRPr>
            </a:lvl7pPr>
            <a:lvl8pPr algn="ctr">
              <a:defRPr sz="1275" b="0">
                <a:solidFill>
                  <a:srgbClr val="111111"/>
                </a:solidFill>
                <a:latin typeface="Arial"/>
                <a:ea typeface="Arial"/>
                <a:cs typeface="Arial"/>
              </a:defRPr>
            </a:lvl8pPr>
            <a:lvl9pPr algn="ctr">
              <a:defRPr sz="1275" b="0">
                <a:solidFill>
                  <a:srgbClr val="111111"/>
                </a:solidFill>
                <a:latin typeface="Arial"/>
                <a:ea typeface="Arial"/>
                <a:cs typeface="Arial"/>
              </a:defRPr>
            </a:lvl9pPr>
          </a:lstStyle>
          <a:p xmlns:a="http://schemas.openxmlformats.org/drawingml/2006/main">
            <a:pPr algn="ctr">
              <a:defRPr sz="1275" b="0">
                <a:solidFill>
                  <a:srgbClr val="111111"/>
                </a:solidFill>
                <a:latin typeface="Arial"/>
                <a:ea typeface="Arial"/>
                <a:cs typeface="Arial"/>
              </a:defRPr>
            </a:pPr>
            <a:r>
              <a:rPr sz="1275" b="0">
                <a:solidFill>
                  <a:srgbClr val="111111"/>
                </a:solidFill>
                <a:latin typeface="Arial"/>
                <a:ea typeface="Arial"/>
                <a:cs typeface="Arial"/>
              </a:rPr>
              <a:t>product</a:t>
            </a:r>
          </a:p>
        </p:txBody>
      </p:sp>
      <p:sp>
        <p:nvSpPr>
          <p:cNvPr id="126" name="">
            <a:extLst xmlns:a="http://schemas.openxmlformats.org/drawingml/2006/main">
              <a:ext uri="{FF2B5EF4-FFF2-40B4-BE49-F238E27FC236}">
                <a16:creationId xmlns:a16="http://schemas.microsoft.com/office/drawing/2014/main" id="{73926163-6388-4E94-91C4-AB09334DCED8}"/>
              </a:ext>
            </a:extLst>
          </p:cNvPr>
          <p:cNvSpPr>
            <a:spLocks xmlns:a="http://schemas.openxmlformats.org/drawingml/2006/main" noGrp="1"/>
          </p:cNvSpPr>
          <p:nvPr/>
        </p:nvSpPr>
        <p:spPr>
          <a:xfrm xmlns:a="http://schemas.openxmlformats.org/drawingml/2006/main">
            <a:off x="685800" y="8639175"/>
            <a:ext cx="1033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111111"/>
                </a:solidFill>
                <a:latin typeface="Arial"/>
                <a:ea typeface="Arial"/>
                <a:cs typeface="Arial"/>
              </a:defRPr>
            </a:defPPr>
            <a:lvl1pPr algn="ctr">
              <a:defRPr sz="1200" b="0">
                <a:solidFill>
                  <a:srgbClr val="111111"/>
                </a:solidFill>
                <a:latin typeface="Arial"/>
                <a:ea typeface="Arial"/>
                <a:cs typeface="Arial"/>
              </a:defRPr>
            </a:lvl1pPr>
            <a:lvl2pPr algn="ctr">
              <a:defRPr sz="1200" b="0">
                <a:solidFill>
                  <a:srgbClr val="111111"/>
                </a:solidFill>
                <a:latin typeface="Arial"/>
                <a:ea typeface="Arial"/>
                <a:cs typeface="Arial"/>
              </a:defRPr>
            </a:lvl2pPr>
            <a:lvl3pPr algn="ctr">
              <a:defRPr sz="1200" b="0">
                <a:solidFill>
                  <a:srgbClr val="111111"/>
                </a:solidFill>
                <a:latin typeface="Arial"/>
                <a:ea typeface="Arial"/>
                <a:cs typeface="Arial"/>
              </a:defRPr>
            </a:lvl3pPr>
            <a:lvl4pPr algn="ctr">
              <a:defRPr sz="1200" b="0">
                <a:solidFill>
                  <a:srgbClr val="111111"/>
                </a:solidFill>
                <a:latin typeface="Arial"/>
                <a:ea typeface="Arial"/>
                <a:cs typeface="Arial"/>
              </a:defRPr>
            </a:lvl4pPr>
            <a:lvl5pPr algn="ctr">
              <a:defRPr sz="1200" b="0">
                <a:solidFill>
                  <a:srgbClr val="111111"/>
                </a:solidFill>
                <a:latin typeface="Arial"/>
                <a:ea typeface="Arial"/>
                <a:cs typeface="Arial"/>
              </a:defRPr>
            </a:lvl5pPr>
            <a:lvl6pPr algn="ctr">
              <a:defRPr sz="1200" b="0">
                <a:solidFill>
                  <a:srgbClr val="111111"/>
                </a:solidFill>
                <a:latin typeface="Arial"/>
                <a:ea typeface="Arial"/>
                <a:cs typeface="Arial"/>
              </a:defRPr>
            </a:lvl6pPr>
            <a:lvl7pPr algn="ctr">
              <a:defRPr sz="1200" b="0">
                <a:solidFill>
                  <a:srgbClr val="111111"/>
                </a:solidFill>
                <a:latin typeface="Arial"/>
                <a:ea typeface="Arial"/>
                <a:cs typeface="Arial"/>
              </a:defRPr>
            </a:lvl7pPr>
            <a:lvl8pPr algn="ctr">
              <a:defRPr sz="1200" b="0">
                <a:solidFill>
                  <a:srgbClr val="111111"/>
                </a:solidFill>
                <a:latin typeface="Arial"/>
                <a:ea typeface="Arial"/>
                <a:cs typeface="Arial"/>
              </a:defRPr>
            </a:lvl8pPr>
            <a:lvl9pPr algn="ctr">
              <a:defRPr sz="1200" b="0">
                <a:solidFill>
                  <a:srgbClr val="111111"/>
                </a:solidFill>
                <a:latin typeface="Arial"/>
                <a:ea typeface="Arial"/>
                <a:cs typeface="Arial"/>
              </a:defRPr>
            </a:lvl9pPr>
          </a:lstStyle>
          <a:p xmlns:a="http://schemas.openxmlformats.org/drawingml/2006/main">
            <a:pPr algn="ctr">
              <a:defRPr sz="1200" b="0">
                <a:solidFill>
                  <a:srgbClr val="111111"/>
                </a:solidFill>
                <a:latin typeface="Arial"/>
                <a:ea typeface="Arial"/>
                <a:cs typeface="Arial"/>
              </a:defRPr>
            </a:pPr>
            <a:r>
              <a:rPr sz="1200" b="0">
                <a:solidFill>
                  <a:srgbClr val="111111"/>
                </a:solidFill>
                <a:latin typeface="Arial"/>
                <a:ea typeface="Arial"/>
                <a:cs typeface="Arial"/>
              </a:rPr>
              <a:t>Buyer = Guest hoặc Customer. SysAdmin = Admin. Tên lặp lại tham chiếu cùng một khái niệm.</a:t>
            </a:r>
          </a:p>
        </p:txBody>
      </p:sp>
    </p:spTree>
    <p:extLst>
      <p:ext uri="{BB962C8B-B14F-4D97-AF65-F5344CB8AC3E}">
        <p14:creationId xmlns:p14="http://schemas.microsoft.com/office/powerpoint/2010/main" val="5775072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171F16D6-1292-43FB-A240-9A6979F1FDC3}"/>
              </a:ext>
            </a:extLst>
          </p:cNvPr>
          <p:cNvCxnSpPr>
            <a:stCxn xmlns:a="http://schemas.openxmlformats.org/drawingml/2006/main" id="10" idx="3"/>
            <a:endCxn xmlns:a="http://schemas.openxmlformats.org/drawingml/2006/main" id="16" idx="2"/>
          </p:cNvCxnSpPr>
          <p:nvPr/>
        </p:nvCxnSpPr>
        <p:spPr>
          <a:xfrm xmlns:a="http://schemas.openxmlformats.org/drawingml/2006/main" flipV="1">
            <a:off x="1924050" y="6667500"/>
            <a:ext cx="1790700" cy="214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8" name="">
            <a:extLst xmlns:a="http://schemas.openxmlformats.org/drawingml/2006/main">
              <a:ext uri="{FF2B5EF4-FFF2-40B4-BE49-F238E27FC236}">
                <a16:creationId xmlns:a16="http://schemas.microsoft.com/office/drawing/2014/main" id="{BB48B880-434A-41A7-917C-31367D16E4ED}"/>
              </a:ext>
            </a:extLst>
          </p:cNvPr>
          <p:cNvCxnSpPr>
            <a:stCxn xmlns:a="http://schemas.openxmlformats.org/drawingml/2006/main" id="6" idx="3"/>
            <a:endCxn xmlns:a="http://schemas.openxmlformats.org/drawingml/2006/main" id="15" idx="2"/>
          </p:cNvCxnSpPr>
          <p:nvPr/>
        </p:nvCxnSpPr>
        <p:spPr>
          <a:xfrm xmlns:a="http://schemas.openxmlformats.org/drawingml/2006/main">
            <a:off x="1924050" y="3738563"/>
            <a:ext cx="1790700" cy="881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7" name="">
            <a:extLst xmlns:a="http://schemas.openxmlformats.org/drawingml/2006/main">
              <a:ext uri="{FF2B5EF4-FFF2-40B4-BE49-F238E27FC236}">
                <a16:creationId xmlns:a16="http://schemas.microsoft.com/office/drawing/2014/main" id="{20F66474-D5C6-4597-BC7A-6099D8C67A94}"/>
              </a:ext>
            </a:extLst>
          </p:cNvPr>
          <p:cNvCxnSpPr>
            <a:stCxn xmlns:a="http://schemas.openxmlformats.org/drawingml/2006/main" id="6" idx="3"/>
            <a:endCxn xmlns:a="http://schemas.openxmlformats.org/drawingml/2006/main" id="14" idx="2"/>
          </p:cNvCxnSpPr>
          <p:nvPr/>
        </p:nvCxnSpPr>
        <p:spPr>
          <a:xfrm xmlns:a="http://schemas.openxmlformats.org/drawingml/2006/main" flipV="1">
            <a:off x="1924050" y="2667000"/>
            <a:ext cx="1790700" cy="10715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23" name="">
            <a:extLst xmlns:a="http://schemas.openxmlformats.org/drawingml/2006/main">
              <a:ext uri="{FF2B5EF4-FFF2-40B4-BE49-F238E27FC236}">
                <a16:creationId xmlns:a16="http://schemas.microsoft.com/office/drawing/2014/main" id="{09E058E6-A802-49C5-AAEB-21720AE2418E}"/>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Product Catalog</a:t>
            </a:r>
          </a:p>
        </p:txBody>
      </p:sp>
      <p:sp>
        <p:nvSpPr>
          <p:cNvPr id="2" name="">
            <a:extLst xmlns:a="http://schemas.openxmlformats.org/drawingml/2006/main">
              <a:ext uri="{FF2B5EF4-FFF2-40B4-BE49-F238E27FC236}">
                <a16:creationId xmlns:a16="http://schemas.microsoft.com/office/drawing/2014/main" id="{00803317-9482-45FA-A254-AC9A59BE130E}"/>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09AF5103-5854-41B3-A667-8C96C29F0FEB}"/>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6462A289-7EB2-4959-882F-3FD32B1272CD}"/>
              </a:ext>
            </a:extLst>
          </p:cNvPr>
          <p:cNvSpPr>
            <a:spLocks xmlns:a="http://schemas.openxmlformats.org/drawingml/2006/main" noGrp="1"/>
          </p:cNvSpPr>
          <p:nvPr/>
        </p:nvSpPr>
        <p:spPr>
          <a:xfrm xmlns:a="http://schemas.openxmlformats.org/drawingml/2006/main">
            <a:off x="2857500" y="1714500"/>
            <a:ext cx="8667750" cy="6000750"/>
          </a:xfrm>
          <a:prstGeom xmlns:a="http://schemas.openxmlformats.org/drawingml/2006/main" prst="rect">
            <a:avLst/>
          </a:prstGeom>
          <a:noFill xmlns:a="http://schemas.openxmlformats.org/drawingml/2006/main"/>
          <a:ln xmlns:a="http://schemas.openxmlformats.org/drawingml/2006/main" w="9525">
            <a:solidFill>
              <a:srgbClr val="526A87"/>
            </a:solidFill>
          </a:ln>
        </p:spPr>
      </p:sp>
      <p:sp>
        <p:nvSpPr>
          <p:cNvPr id="5" name="">
            <a:extLst xmlns:a="http://schemas.openxmlformats.org/drawingml/2006/main">
              <a:ext uri="{FF2B5EF4-FFF2-40B4-BE49-F238E27FC236}">
                <a16:creationId xmlns:a16="http://schemas.microsoft.com/office/drawing/2014/main" id="{60BCAD6F-220F-438B-8E6C-9F0A2FD15986}"/>
              </a:ext>
            </a:extLst>
          </p:cNvPr>
          <p:cNvSpPr>
            <a:spLocks xmlns:a="http://schemas.openxmlformats.org/drawingml/2006/main" noGrp="1"/>
          </p:cNvSpPr>
          <p:nvPr/>
        </p:nvSpPr>
        <p:spPr>
          <a:xfrm xmlns:a="http://schemas.openxmlformats.org/drawingml/2006/main">
            <a:off x="9525000" y="1428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DTBMStore</a:t>
            </a:r>
          </a:p>
        </p:txBody>
      </p:sp>
      <p:sp>
        <p:nvSpPr>
          <p:cNvPr id="6" name="">
            <a:extLst xmlns:a="http://schemas.openxmlformats.org/drawingml/2006/main">
              <a:ext uri="{FF2B5EF4-FFF2-40B4-BE49-F238E27FC236}">
                <a16:creationId xmlns:a16="http://schemas.microsoft.com/office/drawing/2014/main" id="{DC24182E-FEDB-484E-9BF0-37338E5187DF}"/>
              </a:ext>
            </a:extLst>
          </p:cNvPr>
          <p:cNvSpPr>
            <a:spLocks xmlns:a="http://schemas.openxmlformats.org/drawingml/2006/main" noGrp="1"/>
          </p:cNvSpPr>
          <p:nvPr/>
        </p:nvSpPr>
        <p:spPr>
          <a:xfrm xmlns:a="http://schemas.openxmlformats.org/drawingml/2006/main">
            <a:off x="714375" y="304800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790CB8-975D-4329-8AE2-68DEFD789F5C}"/>
              </a:ext>
            </a:extLst>
          </p:cNvPr>
          <p:cNvSpPr>
            <a:spLocks xmlns:a="http://schemas.openxmlformats.org/drawingml/2006/main" noGrp="1"/>
          </p:cNvSpPr>
          <p:nvPr/>
        </p:nvSpPr>
        <p:spPr>
          <a:xfrm xmlns:a="http://schemas.openxmlformats.org/drawingml/2006/main">
            <a:off x="1190625" y="304800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8" name="">
            <a:extLst xmlns:a="http://schemas.openxmlformats.org/drawingml/2006/main">
              <a:ext uri="{FF2B5EF4-FFF2-40B4-BE49-F238E27FC236}">
                <a16:creationId xmlns:a16="http://schemas.microsoft.com/office/drawing/2014/main" id="{9E38790E-5B80-44E9-87D0-45482D15AC3B}"/>
              </a:ext>
            </a:extLst>
          </p:cNvPr>
          <p:cNvSpPr>
            <a:spLocks xmlns:a="http://schemas.openxmlformats.org/drawingml/2006/main" noGrp="1"/>
          </p:cNvSpPr>
          <p:nvPr/>
        </p:nvSpPr>
        <p:spPr>
          <a:xfrm xmlns:a="http://schemas.openxmlformats.org/drawingml/2006/main">
            <a:off x="857250" y="344805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9" name="">
            <a:extLst xmlns:a="http://schemas.openxmlformats.org/drawingml/2006/main">
              <a:ext uri="{FF2B5EF4-FFF2-40B4-BE49-F238E27FC236}">
                <a16:creationId xmlns:a16="http://schemas.microsoft.com/office/drawing/2014/main" id="{7F98AE94-43DA-44F8-AFE6-0F5892149BBA}"/>
              </a:ext>
            </a:extLst>
          </p:cNvPr>
          <p:cNvSpPr>
            <a:spLocks xmlns:a="http://schemas.openxmlformats.org/drawingml/2006/main" noGrp="1"/>
          </p:cNvSpPr>
          <p:nvPr/>
        </p:nvSpPr>
        <p:spPr>
          <a:xfrm xmlns:a="http://schemas.openxmlformats.org/drawingml/2006/main">
            <a:off x="571500" y="46005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Guest / Customer</a:t>
            </a:r>
          </a:p>
        </p:txBody>
      </p:sp>
      <p:sp>
        <p:nvSpPr>
          <p:cNvPr id="10" name="">
            <a:extLst xmlns:a="http://schemas.openxmlformats.org/drawingml/2006/main">
              <a:ext uri="{FF2B5EF4-FFF2-40B4-BE49-F238E27FC236}">
                <a16:creationId xmlns:a16="http://schemas.microsoft.com/office/drawing/2014/main" id="{D1DDA32E-3050-4CF1-B6E7-1A50D9425B85}"/>
              </a:ext>
            </a:extLst>
          </p:cNvPr>
          <p:cNvSpPr>
            <a:spLocks xmlns:a="http://schemas.openxmlformats.org/drawingml/2006/main" noGrp="1"/>
          </p:cNvSpPr>
          <p:nvPr/>
        </p:nvSpPr>
        <p:spPr>
          <a:xfrm xmlns:a="http://schemas.openxmlformats.org/drawingml/2006/main">
            <a:off x="714375" y="6191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D1FA6E-25CD-4D3A-ADF1-41DC6FB309FB}"/>
              </a:ext>
            </a:extLst>
          </p:cNvPr>
          <p:cNvSpPr>
            <a:spLocks xmlns:a="http://schemas.openxmlformats.org/drawingml/2006/main" noGrp="1"/>
          </p:cNvSpPr>
          <p:nvPr/>
        </p:nvSpPr>
        <p:spPr>
          <a:xfrm xmlns:a="http://schemas.openxmlformats.org/drawingml/2006/main">
            <a:off x="1190625" y="6191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12" name="">
            <a:extLst xmlns:a="http://schemas.openxmlformats.org/drawingml/2006/main">
              <a:ext uri="{FF2B5EF4-FFF2-40B4-BE49-F238E27FC236}">
                <a16:creationId xmlns:a16="http://schemas.microsoft.com/office/drawing/2014/main" id="{61C8395D-99B9-4F2E-8C21-F20107BED7C5}"/>
              </a:ext>
            </a:extLst>
          </p:cNvPr>
          <p:cNvSpPr>
            <a:spLocks xmlns:a="http://schemas.openxmlformats.org/drawingml/2006/main" noGrp="1"/>
          </p:cNvSpPr>
          <p:nvPr/>
        </p:nvSpPr>
        <p:spPr>
          <a:xfrm xmlns:a="http://schemas.openxmlformats.org/drawingml/2006/main">
            <a:off x="857250" y="6591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13" name="">
            <a:extLst xmlns:a="http://schemas.openxmlformats.org/drawingml/2006/main">
              <a:ext uri="{FF2B5EF4-FFF2-40B4-BE49-F238E27FC236}">
                <a16:creationId xmlns:a16="http://schemas.microsoft.com/office/drawing/2014/main" id="{47895573-8F84-4E44-B39B-CB020E94D4F6}"/>
              </a:ext>
            </a:extLst>
          </p:cNvPr>
          <p:cNvSpPr>
            <a:spLocks xmlns:a="http://schemas.openxmlformats.org/drawingml/2006/main" noGrp="1"/>
          </p:cNvSpPr>
          <p:nvPr/>
        </p:nvSpPr>
        <p:spPr>
          <a:xfrm xmlns:a="http://schemas.openxmlformats.org/drawingml/2006/main">
            <a:off x="571500" y="7743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Admin</a:t>
            </a:r>
          </a:p>
        </p:txBody>
      </p:sp>
      <p:sp>
        <p:nvSpPr>
          <p:cNvPr id="14" name="">
            <a:extLst xmlns:a="http://schemas.openxmlformats.org/drawingml/2006/main">
              <a:ext uri="{FF2B5EF4-FFF2-40B4-BE49-F238E27FC236}">
                <a16:creationId xmlns:a16="http://schemas.microsoft.com/office/drawing/2014/main" id="{90D4C445-C211-401F-B78D-B32190484121}"/>
              </a:ext>
            </a:extLst>
          </p:cNvPr>
          <p:cNvSpPr>
            <a:spLocks xmlns:a="http://schemas.openxmlformats.org/drawingml/2006/main" noGrp="1"/>
          </p:cNvSpPr>
          <p:nvPr/>
        </p:nvSpPr>
        <p:spPr>
          <a:xfrm xmlns:a="http://schemas.openxmlformats.org/drawingml/2006/main">
            <a:off x="3714750" y="2190750"/>
            <a:ext cx="31432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UC004</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Tìm kiếm và lọc</a:t>
            </a:r>
          </a:p>
        </p:txBody>
      </p:sp>
      <p:sp>
        <p:nvSpPr>
          <p:cNvPr id="15" name="">
            <a:extLst xmlns:a="http://schemas.openxmlformats.org/drawingml/2006/main">
              <a:ext uri="{FF2B5EF4-FFF2-40B4-BE49-F238E27FC236}">
                <a16:creationId xmlns:a16="http://schemas.microsoft.com/office/drawing/2014/main" id="{637ACC42-B611-4E53-81F6-DC97AC0BB09B}"/>
              </a:ext>
            </a:extLst>
          </p:cNvPr>
          <p:cNvSpPr>
            <a:spLocks xmlns:a="http://schemas.openxmlformats.org/drawingml/2006/main" noGrp="1"/>
          </p:cNvSpPr>
          <p:nvPr/>
        </p:nvSpPr>
        <p:spPr>
          <a:xfrm xmlns:a="http://schemas.openxmlformats.org/drawingml/2006/main">
            <a:off x="3714750" y="4143375"/>
            <a:ext cx="31432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UC013</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Xem chi tiết máy</a:t>
            </a:r>
          </a:p>
        </p:txBody>
      </p:sp>
      <p:sp>
        <p:nvSpPr>
          <p:cNvPr id="16" name="">
            <a:extLst xmlns:a="http://schemas.openxmlformats.org/drawingml/2006/main">
              <a:ext uri="{FF2B5EF4-FFF2-40B4-BE49-F238E27FC236}">
                <a16:creationId xmlns:a16="http://schemas.microsoft.com/office/drawing/2014/main" id="{5CFD5851-D45A-431A-B264-B2CA8AE3A921}"/>
              </a:ext>
            </a:extLst>
          </p:cNvPr>
          <p:cNvSpPr>
            <a:spLocks xmlns:a="http://schemas.openxmlformats.org/drawingml/2006/main" noGrp="1"/>
          </p:cNvSpPr>
          <p:nvPr/>
        </p:nvSpPr>
        <p:spPr>
          <a:xfrm xmlns:a="http://schemas.openxmlformats.org/drawingml/2006/main">
            <a:off x="3714750" y="6191250"/>
            <a:ext cx="31432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UC012</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Quản lý máy tính</a:t>
            </a:r>
          </a:p>
        </p:txBody>
      </p:sp>
      <p:sp>
        <p:nvSpPr>
          <p:cNvPr id="20" name="">
            <a:extLst xmlns:a="http://schemas.openxmlformats.org/drawingml/2006/main">
              <a:ext uri="{FF2B5EF4-FFF2-40B4-BE49-F238E27FC236}">
                <a16:creationId xmlns:a16="http://schemas.microsoft.com/office/drawing/2014/main" id="{F1B99E12-9A7D-403D-886F-68682E32C842}"/>
              </a:ext>
            </a:extLst>
          </p:cNvPr>
          <p:cNvSpPr>
            <a:spLocks xmlns:a="http://schemas.openxmlformats.org/drawingml/2006/main" noGrp="1"/>
          </p:cNvSpPr>
          <p:nvPr/>
        </p:nvSpPr>
        <p:spPr>
          <a:xfrm xmlns:a="http://schemas.openxmlformats.org/drawingml/2006/main">
            <a:off x="7572375" y="2095500"/>
            <a:ext cx="3476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Tìm tên, danh mục, khoảng giá.</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Gợi ý từ 2 ký tự, tối đa 5.</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Không có kết quả: thông báo rõ.</a:t>
            </a:r>
          </a:p>
        </p:txBody>
      </p:sp>
      <p:sp>
        <p:nvSpPr>
          <p:cNvPr id="21" name="">
            <a:extLst xmlns:a="http://schemas.openxmlformats.org/drawingml/2006/main">
              <a:ext uri="{FF2B5EF4-FFF2-40B4-BE49-F238E27FC236}">
                <a16:creationId xmlns:a16="http://schemas.microsoft.com/office/drawing/2014/main" id="{CC335F95-FBCE-437F-8626-A9D0AAC346C4}"/>
              </a:ext>
            </a:extLst>
          </p:cNvPr>
          <p:cNvSpPr>
            <a:spLocks xmlns:a="http://schemas.openxmlformats.org/drawingml/2006/main" noGrp="1"/>
          </p:cNvSpPr>
          <p:nvPr/>
        </p:nvSpPr>
        <p:spPr>
          <a:xfrm xmlns:a="http://schemas.openxmlformats.org/drawingml/2006/main">
            <a:off x="7572375" y="4238625"/>
            <a:ext cx="3476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CPU, RAM, VGA, SSD, giá và tồn.</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Số lượng nguyên dương.</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Thêm giỏ chưa trừ kho.</a:t>
            </a:r>
          </a:p>
        </p:txBody>
      </p:sp>
      <p:sp>
        <p:nvSpPr>
          <p:cNvPr id="22" name="">
            <a:extLst xmlns:a="http://schemas.openxmlformats.org/drawingml/2006/main">
              <a:ext uri="{FF2B5EF4-FFF2-40B4-BE49-F238E27FC236}">
                <a16:creationId xmlns:a16="http://schemas.microsoft.com/office/drawing/2014/main" id="{EA41845D-BA46-4EE7-9B28-B7731A49BE93}"/>
              </a:ext>
            </a:extLst>
          </p:cNvPr>
          <p:cNvSpPr>
            <a:spLocks xmlns:a="http://schemas.openxmlformats.org/drawingml/2006/main" noGrp="1"/>
          </p:cNvSpPr>
          <p:nvPr/>
        </p:nvSpPr>
        <p:spPr>
          <a:xfrm xmlns:a="http://schemas.openxmlformats.org/drawingml/2006/main">
            <a:off x="7572375" y="628650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Dữ liệu quản trị được dùng chung.</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Phân rã thao tác tại slide Inventory.</a:t>
            </a:r>
          </a:p>
        </p:txBody>
      </p:sp>
    </p:spTree>
    <p:extLst>
      <p:ext uri="{BB962C8B-B14F-4D97-AF65-F5344CB8AC3E}">
        <p14:creationId xmlns:p14="http://schemas.microsoft.com/office/powerpoint/2010/main" val="20394907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C7BF723B-A6A5-40C2-A318-7850F0BCA6C3}"/>
              </a:ext>
            </a:extLst>
          </p:cNvPr>
          <p:cNvCxnSpPr>
            <a:stCxn xmlns:a="http://schemas.openxmlformats.org/drawingml/2006/main" id="13" idx="6"/>
            <a:endCxn xmlns:a="http://schemas.openxmlformats.org/drawingml/2006/main" id="14" idx="2"/>
          </p:cNvCxnSpPr>
          <p:nvPr/>
        </p:nvCxnSpPr>
        <p:spPr>
          <a:xfrm xmlns:a="http://schemas.openxmlformats.org/drawingml/2006/main">
            <a:off x="7048500" y="6667500"/>
            <a:ext cx="1714500" cy="0"/>
          </a:xfrm>
          <a:prstGeom xmlns:a="http://schemas.openxmlformats.org/drawingml/2006/main" prst="straightConnector1">
            <a:avLst/>
          </a:prstGeom>
          <a:ln xmlns:a="http://schemas.openxmlformats.org/drawingml/2006/main" w="16193">
            <a:solidFill>
              <a:srgbClr val="34475B"/>
            </a:solidFill>
            <a:prstDash val="dash"/>
            <a:tailEnd type="triangle" w="med" len="med"/>
          </a:ln>
        </p:spPr>
      </p:cxnSp>
      <p:cxnSp>
        <p:nvCxnSpPr>
          <p:cNvPr id="18" name="">
            <a:extLst xmlns:a="http://schemas.openxmlformats.org/drawingml/2006/main">
              <a:ext uri="{FF2B5EF4-FFF2-40B4-BE49-F238E27FC236}">
                <a16:creationId xmlns:a16="http://schemas.microsoft.com/office/drawing/2014/main" id="{D4215DAD-5861-4BF1-A111-9DF442D1D04F}"/>
              </a:ext>
            </a:extLst>
          </p:cNvPr>
          <p:cNvCxnSpPr>
            <a:stCxn xmlns:a="http://schemas.openxmlformats.org/drawingml/2006/main" id="6" idx="3"/>
            <a:endCxn xmlns:a="http://schemas.openxmlformats.org/drawingml/2006/main" id="13" idx="2"/>
          </p:cNvCxnSpPr>
          <p:nvPr/>
        </p:nvCxnSpPr>
        <p:spPr>
          <a:xfrm xmlns:a="http://schemas.openxmlformats.org/drawingml/2006/main">
            <a:off x="1924050" y="4595813"/>
            <a:ext cx="1790700" cy="207168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7" name="">
            <a:extLst xmlns:a="http://schemas.openxmlformats.org/drawingml/2006/main">
              <a:ext uri="{FF2B5EF4-FFF2-40B4-BE49-F238E27FC236}">
                <a16:creationId xmlns:a16="http://schemas.microsoft.com/office/drawing/2014/main" id="{EA3EA8B2-6063-4BA0-83CC-09475968E7D8}"/>
              </a:ext>
            </a:extLst>
          </p:cNvPr>
          <p:cNvCxnSpPr>
            <a:stCxn xmlns:a="http://schemas.openxmlformats.org/drawingml/2006/main" id="6" idx="3"/>
            <a:endCxn xmlns:a="http://schemas.openxmlformats.org/drawingml/2006/main" id="12" idx="2"/>
          </p:cNvCxnSpPr>
          <p:nvPr/>
        </p:nvCxnSpPr>
        <p:spPr>
          <a:xfrm xmlns:a="http://schemas.openxmlformats.org/drawingml/2006/main">
            <a:off x="1924050" y="4595813"/>
            <a:ext cx="1790700" cy="500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6" name="">
            <a:extLst xmlns:a="http://schemas.openxmlformats.org/drawingml/2006/main">
              <a:ext uri="{FF2B5EF4-FFF2-40B4-BE49-F238E27FC236}">
                <a16:creationId xmlns:a16="http://schemas.microsoft.com/office/drawing/2014/main" id="{F343CEC2-4A5B-4956-BAB5-BCDCD982F8D4}"/>
              </a:ext>
            </a:extLst>
          </p:cNvPr>
          <p:cNvCxnSpPr>
            <a:stCxn xmlns:a="http://schemas.openxmlformats.org/drawingml/2006/main" id="6" idx="3"/>
            <a:endCxn xmlns:a="http://schemas.openxmlformats.org/drawingml/2006/main" id="11" idx="2"/>
          </p:cNvCxnSpPr>
          <p:nvPr/>
        </p:nvCxnSpPr>
        <p:spPr>
          <a:xfrm xmlns:a="http://schemas.openxmlformats.org/drawingml/2006/main" flipV="1">
            <a:off x="1924050" y="3762375"/>
            <a:ext cx="1790700" cy="8334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5" name="">
            <a:extLst xmlns:a="http://schemas.openxmlformats.org/drawingml/2006/main">
              <a:ext uri="{FF2B5EF4-FFF2-40B4-BE49-F238E27FC236}">
                <a16:creationId xmlns:a16="http://schemas.microsoft.com/office/drawing/2014/main" id="{3976CBEC-0297-4FCE-91A2-C6A15B584350}"/>
              </a:ext>
            </a:extLst>
          </p:cNvPr>
          <p:cNvCxnSpPr>
            <a:stCxn xmlns:a="http://schemas.openxmlformats.org/drawingml/2006/main" id="6" idx="3"/>
            <a:endCxn xmlns:a="http://schemas.openxmlformats.org/drawingml/2006/main" id="10" idx="2"/>
          </p:cNvCxnSpPr>
          <p:nvPr/>
        </p:nvCxnSpPr>
        <p:spPr>
          <a:xfrm xmlns:a="http://schemas.openxmlformats.org/drawingml/2006/main" flipV="1">
            <a:off x="1924050" y="2428875"/>
            <a:ext cx="1790700" cy="21669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23" name="">
            <a:extLst xmlns:a="http://schemas.openxmlformats.org/drawingml/2006/main">
              <a:ext uri="{FF2B5EF4-FFF2-40B4-BE49-F238E27FC236}">
                <a16:creationId xmlns:a16="http://schemas.microsoft.com/office/drawing/2014/main" id="{CA43E7CA-3E45-4545-8677-23634856862E}"/>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Shopping Cart and Checkout</a:t>
            </a:r>
          </a:p>
        </p:txBody>
      </p:sp>
      <p:sp>
        <p:nvSpPr>
          <p:cNvPr id="2" name="">
            <a:extLst xmlns:a="http://schemas.openxmlformats.org/drawingml/2006/main">
              <a:ext uri="{FF2B5EF4-FFF2-40B4-BE49-F238E27FC236}">
                <a16:creationId xmlns:a16="http://schemas.microsoft.com/office/drawing/2014/main" id="{FC78F885-0B85-43A6-BF72-3FE54ACC2CBF}"/>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8B7C7244-43E2-4492-8D04-79CE9BA847B2}"/>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D2448C02-D350-4DCE-BF85-1F72706E7E71}"/>
              </a:ext>
            </a:extLst>
          </p:cNvPr>
          <p:cNvSpPr>
            <a:spLocks xmlns:a="http://schemas.openxmlformats.org/drawingml/2006/main" noGrp="1"/>
          </p:cNvSpPr>
          <p:nvPr/>
        </p:nvSpPr>
        <p:spPr>
          <a:xfrm xmlns:a="http://schemas.openxmlformats.org/drawingml/2006/main">
            <a:off x="2857500" y="1714500"/>
            <a:ext cx="8667750" cy="6000750"/>
          </a:xfrm>
          <a:prstGeom xmlns:a="http://schemas.openxmlformats.org/drawingml/2006/main" prst="rect">
            <a:avLst/>
          </a:prstGeom>
          <a:noFill xmlns:a="http://schemas.openxmlformats.org/drawingml/2006/main"/>
          <a:ln xmlns:a="http://schemas.openxmlformats.org/drawingml/2006/main" w="9525">
            <a:solidFill>
              <a:srgbClr val="526A87"/>
            </a:solidFill>
          </a:ln>
        </p:spPr>
      </p:sp>
      <p:sp>
        <p:nvSpPr>
          <p:cNvPr id="5" name="">
            <a:extLst xmlns:a="http://schemas.openxmlformats.org/drawingml/2006/main">
              <a:ext uri="{FF2B5EF4-FFF2-40B4-BE49-F238E27FC236}">
                <a16:creationId xmlns:a16="http://schemas.microsoft.com/office/drawing/2014/main" id="{FEFF6FB0-8F01-45EB-B678-81AB5F8581B7}"/>
              </a:ext>
            </a:extLst>
          </p:cNvPr>
          <p:cNvSpPr>
            <a:spLocks xmlns:a="http://schemas.openxmlformats.org/drawingml/2006/main" noGrp="1"/>
          </p:cNvSpPr>
          <p:nvPr/>
        </p:nvSpPr>
        <p:spPr>
          <a:xfrm xmlns:a="http://schemas.openxmlformats.org/drawingml/2006/main">
            <a:off x="9525000" y="1428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DTBMStore</a:t>
            </a:r>
          </a:p>
        </p:txBody>
      </p:sp>
      <p:sp>
        <p:nvSpPr>
          <p:cNvPr id="6" name="">
            <a:extLst xmlns:a="http://schemas.openxmlformats.org/drawingml/2006/main">
              <a:ext uri="{FF2B5EF4-FFF2-40B4-BE49-F238E27FC236}">
                <a16:creationId xmlns:a16="http://schemas.microsoft.com/office/drawing/2014/main" id="{F342D175-18B6-4386-922E-AA81DE2AF8DE}"/>
              </a:ext>
            </a:extLst>
          </p:cNvPr>
          <p:cNvSpPr>
            <a:spLocks xmlns:a="http://schemas.openxmlformats.org/drawingml/2006/main" noGrp="1"/>
          </p:cNvSpPr>
          <p:nvPr/>
        </p:nvSpPr>
        <p:spPr>
          <a:xfrm xmlns:a="http://schemas.openxmlformats.org/drawingml/2006/main">
            <a:off x="714375" y="3905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66BA58-6B7A-42CC-881D-D99FD22CF857}"/>
              </a:ext>
            </a:extLst>
          </p:cNvPr>
          <p:cNvSpPr>
            <a:spLocks xmlns:a="http://schemas.openxmlformats.org/drawingml/2006/main" noGrp="1"/>
          </p:cNvSpPr>
          <p:nvPr/>
        </p:nvSpPr>
        <p:spPr>
          <a:xfrm xmlns:a="http://schemas.openxmlformats.org/drawingml/2006/main">
            <a:off x="1190625" y="3905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8" name="">
            <a:extLst xmlns:a="http://schemas.openxmlformats.org/drawingml/2006/main">
              <a:ext uri="{FF2B5EF4-FFF2-40B4-BE49-F238E27FC236}">
                <a16:creationId xmlns:a16="http://schemas.microsoft.com/office/drawing/2014/main" id="{EAD4D5A4-767F-4069-9E81-54170FDAFC0F}"/>
              </a:ext>
            </a:extLst>
          </p:cNvPr>
          <p:cNvSpPr>
            <a:spLocks xmlns:a="http://schemas.openxmlformats.org/drawingml/2006/main" noGrp="1"/>
          </p:cNvSpPr>
          <p:nvPr/>
        </p:nvSpPr>
        <p:spPr>
          <a:xfrm xmlns:a="http://schemas.openxmlformats.org/drawingml/2006/main">
            <a:off x="857250" y="4305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9" name="">
            <a:extLst xmlns:a="http://schemas.openxmlformats.org/drawingml/2006/main">
              <a:ext uri="{FF2B5EF4-FFF2-40B4-BE49-F238E27FC236}">
                <a16:creationId xmlns:a16="http://schemas.microsoft.com/office/drawing/2014/main" id="{ED799EC7-DF34-47B5-80C4-432D09495ADD}"/>
              </a:ext>
            </a:extLst>
          </p:cNvPr>
          <p:cNvSpPr>
            <a:spLocks xmlns:a="http://schemas.openxmlformats.org/drawingml/2006/main" noGrp="1"/>
          </p:cNvSpPr>
          <p:nvPr/>
        </p:nvSpPr>
        <p:spPr>
          <a:xfrm xmlns:a="http://schemas.openxmlformats.org/drawingml/2006/main">
            <a:off x="571500" y="5457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Guest / Customer</a:t>
            </a:r>
          </a:p>
        </p:txBody>
      </p:sp>
      <p:sp>
        <p:nvSpPr>
          <p:cNvPr id="10" name="">
            <a:extLst xmlns:a="http://schemas.openxmlformats.org/drawingml/2006/main">
              <a:ext uri="{FF2B5EF4-FFF2-40B4-BE49-F238E27FC236}">
                <a16:creationId xmlns:a16="http://schemas.microsoft.com/office/drawing/2014/main" id="{DF3003D7-5EBC-42C9-98E6-2B570D76A25D}"/>
              </a:ext>
            </a:extLst>
          </p:cNvPr>
          <p:cNvSpPr>
            <a:spLocks xmlns:a="http://schemas.openxmlformats.org/drawingml/2006/main" noGrp="1"/>
          </p:cNvSpPr>
          <p:nvPr/>
        </p:nvSpPr>
        <p:spPr>
          <a:xfrm xmlns:a="http://schemas.openxmlformats.org/drawingml/2006/main">
            <a:off x="3714750" y="2000250"/>
            <a:ext cx="3333750" cy="85725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Xem giỏ và tổng tạm tính</a:t>
            </a:r>
          </a:p>
        </p:txBody>
      </p:sp>
      <p:sp>
        <p:nvSpPr>
          <p:cNvPr id="11" name="">
            <a:extLst xmlns:a="http://schemas.openxmlformats.org/drawingml/2006/main">
              <a:ext uri="{FF2B5EF4-FFF2-40B4-BE49-F238E27FC236}">
                <a16:creationId xmlns:a16="http://schemas.microsoft.com/office/drawing/2014/main" id="{A9C1B067-D778-4D26-A22A-05EAA8C1C31C}"/>
              </a:ext>
            </a:extLst>
          </p:cNvPr>
          <p:cNvSpPr>
            <a:spLocks xmlns:a="http://schemas.openxmlformats.org/drawingml/2006/main" noGrp="1"/>
          </p:cNvSpPr>
          <p:nvPr/>
        </p:nvSpPr>
        <p:spPr>
          <a:xfrm xmlns:a="http://schemas.openxmlformats.org/drawingml/2006/main">
            <a:off x="3714750" y="3333750"/>
            <a:ext cx="3333750" cy="85725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Sửa số lượng trong giỏ</a:t>
            </a:r>
          </a:p>
        </p:txBody>
      </p:sp>
      <p:sp>
        <p:nvSpPr>
          <p:cNvPr id="12" name="">
            <a:extLst xmlns:a="http://schemas.openxmlformats.org/drawingml/2006/main">
              <a:ext uri="{FF2B5EF4-FFF2-40B4-BE49-F238E27FC236}">
                <a16:creationId xmlns:a16="http://schemas.microsoft.com/office/drawing/2014/main" id="{FC935676-D12B-434F-9E2C-FA3CF38CBC9F}"/>
              </a:ext>
            </a:extLst>
          </p:cNvPr>
          <p:cNvSpPr>
            <a:spLocks xmlns:a="http://schemas.openxmlformats.org/drawingml/2006/main" noGrp="1"/>
          </p:cNvSpPr>
          <p:nvPr/>
        </p:nvSpPr>
        <p:spPr>
          <a:xfrm xmlns:a="http://schemas.openxmlformats.org/drawingml/2006/main">
            <a:off x="3714750" y="4667250"/>
            <a:ext cx="3333750" cy="85725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Bỏ sản phẩm khỏi giỏ</a:t>
            </a:r>
          </a:p>
        </p:txBody>
      </p:sp>
      <p:sp>
        <p:nvSpPr>
          <p:cNvPr id="13" name="">
            <a:extLst xmlns:a="http://schemas.openxmlformats.org/drawingml/2006/main">
              <a:ext uri="{FF2B5EF4-FFF2-40B4-BE49-F238E27FC236}">
                <a16:creationId xmlns:a16="http://schemas.microsoft.com/office/drawing/2014/main" id="{B5398B92-85CA-4605-937D-60A6A5824BAC}"/>
              </a:ext>
            </a:extLst>
          </p:cNvPr>
          <p:cNvSpPr>
            <a:spLocks xmlns:a="http://schemas.openxmlformats.org/drawingml/2006/main" noGrp="1"/>
          </p:cNvSpPr>
          <p:nvPr/>
        </p:nvSpPr>
        <p:spPr>
          <a:xfrm xmlns:a="http://schemas.openxmlformats.org/drawingml/2006/main">
            <a:off x="3714750" y="6191250"/>
            <a:ext cx="3333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UC005</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Đặt máy tính</a:t>
            </a:r>
          </a:p>
        </p:txBody>
      </p:sp>
      <p:sp>
        <p:nvSpPr>
          <p:cNvPr id="14" name="">
            <a:extLst xmlns:a="http://schemas.openxmlformats.org/drawingml/2006/main">
              <a:ext uri="{FF2B5EF4-FFF2-40B4-BE49-F238E27FC236}">
                <a16:creationId xmlns:a16="http://schemas.microsoft.com/office/drawing/2014/main" id="{DE6F529F-C610-46AA-A7F9-FB88B10B8900}"/>
              </a:ext>
            </a:extLst>
          </p:cNvPr>
          <p:cNvSpPr>
            <a:spLocks xmlns:a="http://schemas.openxmlformats.org/drawingml/2006/main" noGrp="1"/>
          </p:cNvSpPr>
          <p:nvPr/>
        </p:nvSpPr>
        <p:spPr>
          <a:xfrm xmlns:a="http://schemas.openxmlformats.org/drawingml/2006/main">
            <a:off x="8763000" y="6191250"/>
            <a:ext cx="2571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UC015</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Trừ tồn kho tự động</a:t>
            </a:r>
          </a:p>
        </p:txBody>
      </p:sp>
      <p:sp>
        <p:nvSpPr>
          <p:cNvPr id="20" name="">
            <a:extLst xmlns:a="http://schemas.openxmlformats.org/drawingml/2006/main">
              <a:ext uri="{FF2B5EF4-FFF2-40B4-BE49-F238E27FC236}">
                <a16:creationId xmlns:a16="http://schemas.microsoft.com/office/drawing/2014/main" id="{4616A08E-6141-46EE-BBC0-ADD3DBDD7946}"/>
              </a:ext>
            </a:extLst>
          </p:cNvPr>
          <p:cNvSpPr>
            <a:spLocks xmlns:a="http://schemas.openxmlformats.org/drawingml/2006/main" noGrp="1"/>
          </p:cNvSpPr>
          <p:nvPr/>
        </p:nvSpPr>
        <p:spPr>
          <a:xfrm xmlns:a="http://schemas.openxmlformats.org/drawingml/2006/main">
            <a:off x="7191375" y="59055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263A4B"/>
                </a:solidFill>
                <a:latin typeface="Arial"/>
                <a:ea typeface="Arial"/>
                <a:cs typeface="Arial"/>
              </a:defRPr>
            </a:defPPr>
            <a:lvl1pPr algn="l">
              <a:defRPr sz="1575" b="0">
                <a:solidFill>
                  <a:srgbClr val="263A4B"/>
                </a:solidFill>
                <a:latin typeface="Arial"/>
                <a:ea typeface="Arial"/>
                <a:cs typeface="Arial"/>
              </a:defRPr>
            </a:lvl1pPr>
            <a:lvl2pPr algn="l">
              <a:defRPr sz="1575" b="0">
                <a:solidFill>
                  <a:srgbClr val="263A4B"/>
                </a:solidFill>
                <a:latin typeface="Arial"/>
                <a:ea typeface="Arial"/>
                <a:cs typeface="Arial"/>
              </a:defRPr>
            </a:lvl2pPr>
            <a:lvl3pPr algn="l">
              <a:defRPr sz="1575" b="0">
                <a:solidFill>
                  <a:srgbClr val="263A4B"/>
                </a:solidFill>
                <a:latin typeface="Arial"/>
                <a:ea typeface="Arial"/>
                <a:cs typeface="Arial"/>
              </a:defRPr>
            </a:lvl3pPr>
            <a:lvl4pPr algn="l">
              <a:defRPr sz="1575" b="0">
                <a:solidFill>
                  <a:srgbClr val="263A4B"/>
                </a:solidFill>
                <a:latin typeface="Arial"/>
                <a:ea typeface="Arial"/>
                <a:cs typeface="Arial"/>
              </a:defRPr>
            </a:lvl4pPr>
            <a:lvl5pPr algn="l">
              <a:defRPr sz="1575" b="0">
                <a:solidFill>
                  <a:srgbClr val="263A4B"/>
                </a:solidFill>
                <a:latin typeface="Arial"/>
                <a:ea typeface="Arial"/>
                <a:cs typeface="Arial"/>
              </a:defRPr>
            </a:lvl5pPr>
            <a:lvl6pPr algn="l">
              <a:defRPr sz="1575" b="0">
                <a:solidFill>
                  <a:srgbClr val="263A4B"/>
                </a:solidFill>
                <a:latin typeface="Arial"/>
                <a:ea typeface="Arial"/>
                <a:cs typeface="Arial"/>
              </a:defRPr>
            </a:lvl6pPr>
            <a:lvl7pPr algn="l">
              <a:defRPr sz="1575" b="0">
                <a:solidFill>
                  <a:srgbClr val="263A4B"/>
                </a:solidFill>
                <a:latin typeface="Arial"/>
                <a:ea typeface="Arial"/>
                <a:cs typeface="Arial"/>
              </a:defRPr>
            </a:lvl7pPr>
            <a:lvl8pPr algn="l">
              <a:defRPr sz="1575" b="0">
                <a:solidFill>
                  <a:srgbClr val="263A4B"/>
                </a:solidFill>
                <a:latin typeface="Arial"/>
                <a:ea typeface="Arial"/>
                <a:cs typeface="Arial"/>
              </a:defRPr>
            </a:lvl8pPr>
            <a:lvl9pPr algn="l">
              <a:defRPr sz="1575" b="0">
                <a:solidFill>
                  <a:srgbClr val="263A4B"/>
                </a:solidFill>
                <a:latin typeface="Arial"/>
                <a:ea typeface="Arial"/>
                <a:cs typeface="Arial"/>
              </a:defRPr>
            </a:lvl9pPr>
          </a:lstStyle>
          <a:p xmlns:a="http://schemas.openxmlformats.org/drawingml/2006/main">
            <a:pPr algn="l">
              <a:defRPr sz="1575" b="0">
                <a:solidFill>
                  <a:srgbClr val="263A4B"/>
                </a:solidFill>
                <a:latin typeface="Arial"/>
                <a:ea typeface="Arial"/>
                <a:cs typeface="Arial"/>
              </a:defRPr>
            </a:pPr>
            <a:r>
              <a:rPr sz="1575" b="0">
                <a:solidFill>
                  <a:srgbClr val="263A4B"/>
                </a:solidFill>
                <a:latin typeface="Arial"/>
                <a:ea typeface="Arial"/>
                <a:cs typeface="Arial"/>
              </a:rPr>
              <a:t>«include»</a:t>
            </a:r>
          </a:p>
        </p:txBody>
      </p:sp>
      <p:sp>
        <p:nvSpPr>
          <p:cNvPr id="21" name="">
            <a:extLst xmlns:a="http://schemas.openxmlformats.org/drawingml/2006/main">
              <a:ext uri="{FF2B5EF4-FFF2-40B4-BE49-F238E27FC236}">
                <a16:creationId xmlns:a16="http://schemas.microsoft.com/office/drawing/2014/main" id="{69097E9E-63DA-49D2-BFE7-4869CFF7404F}"/>
              </a:ext>
            </a:extLst>
          </p:cNvPr>
          <p:cNvSpPr>
            <a:spLocks xmlns:a="http://schemas.openxmlformats.org/drawingml/2006/main" noGrp="1"/>
          </p:cNvSpPr>
          <p:nvPr/>
        </p:nvSpPr>
        <p:spPr>
          <a:xfrm xmlns:a="http://schemas.openxmlformats.org/drawingml/2006/main">
            <a:off x="7667625" y="2047875"/>
            <a:ext cx="3571875"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Người nhận: họ tên, điện thoại 10 chữ số, địa chỉ.</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API lấy giá và kiểm tra tồn mới nhất.</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Một giao dịch: đơn, chi tiết và trừ kho.</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Thiếu kho: rollback toàn bộ, giữ giỏ.</a:t>
            </a:r>
          </a:p>
        </p:txBody>
      </p:sp>
      <p:sp>
        <p:nvSpPr>
          <p:cNvPr id="22" name="">
            <a:extLst xmlns:a="http://schemas.openxmlformats.org/drawingml/2006/main">
              <a:ext uri="{FF2B5EF4-FFF2-40B4-BE49-F238E27FC236}">
                <a16:creationId xmlns:a16="http://schemas.microsoft.com/office/drawing/2014/main" id="{35A05246-2FCA-497C-9CA3-35E522F12C52}"/>
              </a:ext>
            </a:extLst>
          </p:cNvPr>
          <p:cNvSpPr>
            <a:spLocks xmlns:a="http://schemas.openxmlformats.org/drawingml/2006/main" noGrp="1"/>
          </p:cNvSpPr>
          <p:nvPr/>
        </p:nvSpPr>
        <p:spPr>
          <a:xfrm xmlns:a="http://schemas.openxmlformats.org/drawingml/2006/main">
            <a:off x="714375" y="8096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263A4B"/>
                </a:solidFill>
                <a:latin typeface="Arial"/>
                <a:ea typeface="Arial"/>
                <a:cs typeface="Arial"/>
              </a:defRPr>
            </a:defPPr>
            <a:lvl1pPr algn="l">
              <a:defRPr sz="1800" b="0">
                <a:solidFill>
                  <a:srgbClr val="263A4B"/>
                </a:solidFill>
                <a:latin typeface="Arial"/>
                <a:ea typeface="Arial"/>
                <a:cs typeface="Arial"/>
              </a:defRPr>
            </a:lvl1pPr>
            <a:lvl2pPr algn="l">
              <a:defRPr sz="1800" b="0">
                <a:solidFill>
                  <a:srgbClr val="263A4B"/>
                </a:solidFill>
                <a:latin typeface="Arial"/>
                <a:ea typeface="Arial"/>
                <a:cs typeface="Arial"/>
              </a:defRPr>
            </a:lvl2pPr>
            <a:lvl3pPr algn="l">
              <a:defRPr sz="1800" b="0">
                <a:solidFill>
                  <a:srgbClr val="263A4B"/>
                </a:solidFill>
                <a:latin typeface="Arial"/>
                <a:ea typeface="Arial"/>
                <a:cs typeface="Arial"/>
              </a:defRPr>
            </a:lvl3pPr>
            <a:lvl4pPr algn="l">
              <a:defRPr sz="1800" b="0">
                <a:solidFill>
                  <a:srgbClr val="263A4B"/>
                </a:solidFill>
                <a:latin typeface="Arial"/>
                <a:ea typeface="Arial"/>
                <a:cs typeface="Arial"/>
              </a:defRPr>
            </a:lvl4pPr>
            <a:lvl5pPr algn="l">
              <a:defRPr sz="1800" b="0">
                <a:solidFill>
                  <a:srgbClr val="263A4B"/>
                </a:solidFill>
                <a:latin typeface="Arial"/>
                <a:ea typeface="Arial"/>
                <a:cs typeface="Arial"/>
              </a:defRPr>
            </a:lvl5pPr>
            <a:lvl6pPr algn="l">
              <a:defRPr sz="1800" b="0">
                <a:solidFill>
                  <a:srgbClr val="263A4B"/>
                </a:solidFill>
                <a:latin typeface="Arial"/>
                <a:ea typeface="Arial"/>
                <a:cs typeface="Arial"/>
              </a:defRPr>
            </a:lvl6pPr>
            <a:lvl7pPr algn="l">
              <a:defRPr sz="1800" b="0">
                <a:solidFill>
                  <a:srgbClr val="263A4B"/>
                </a:solidFill>
                <a:latin typeface="Arial"/>
                <a:ea typeface="Arial"/>
                <a:cs typeface="Arial"/>
              </a:defRPr>
            </a:lvl7pPr>
            <a:lvl8pPr algn="l">
              <a:defRPr sz="1800" b="0">
                <a:solidFill>
                  <a:srgbClr val="263A4B"/>
                </a:solidFill>
                <a:latin typeface="Arial"/>
                <a:ea typeface="Arial"/>
                <a:cs typeface="Arial"/>
              </a:defRPr>
            </a:lvl8pPr>
            <a:lvl9pPr algn="l">
              <a:defRPr sz="1800" b="0">
                <a:solidFill>
                  <a:srgbClr val="263A4B"/>
                </a:solidFill>
                <a:latin typeface="Arial"/>
                <a:ea typeface="Arial"/>
                <a:cs typeface="Arial"/>
              </a:defRPr>
            </a:lvl9pPr>
          </a:lstStyle>
          <a:p xmlns:a="http://schemas.openxmlformats.org/drawingml/2006/main">
            <a:pPr algn="l">
              <a:defRPr sz="1800" b="0">
                <a:solidFill>
                  <a:srgbClr val="263A4B"/>
                </a:solidFill>
                <a:latin typeface="Arial"/>
                <a:ea typeface="Arial"/>
                <a:cs typeface="Arial"/>
              </a:defRPr>
            </a:pPr>
            <a:r>
              <a:rPr sz="1800" b="0">
                <a:solidFill>
                  <a:srgbClr val="263A4B"/>
                </a:solidFill>
                <a:latin typeface="Arial"/>
                <a:ea typeface="Arial"/>
                <a:cs typeface="Arial"/>
              </a:rPr>
              <a:t>Các thao tác giỏ hỗ trợ UC005, không thêm use case chính ngoài danh mục 16 UC.</a:t>
            </a:r>
          </a:p>
        </p:txBody>
      </p:sp>
    </p:spTree>
    <p:extLst>
      <p:ext uri="{BB962C8B-B14F-4D97-AF65-F5344CB8AC3E}">
        <p14:creationId xmlns:p14="http://schemas.microsoft.com/office/powerpoint/2010/main" val="2340776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CA5D7DDD-6DD0-44CC-9655-3CBB6420046A}"/>
              </a:ext>
            </a:extLst>
          </p:cNvPr>
          <p:cNvCxnSpPr>
            <a:stCxn xmlns:a="http://schemas.openxmlformats.org/drawingml/2006/main" id="16" idx="6"/>
            <a:endCxn xmlns:a="http://schemas.openxmlformats.org/drawingml/2006/main" id="18" idx="2"/>
          </p:cNvCxnSpPr>
          <p:nvPr/>
        </p:nvCxnSpPr>
        <p:spPr>
          <a:xfrm xmlns:a="http://schemas.openxmlformats.org/drawingml/2006/main">
            <a:off x="6477000" y="6286500"/>
            <a:ext cx="666750" cy="0"/>
          </a:xfrm>
          <a:prstGeom xmlns:a="http://schemas.openxmlformats.org/drawingml/2006/main" prst="straightConnector1">
            <a:avLst/>
          </a:prstGeom>
          <a:ln xmlns:a="http://schemas.openxmlformats.org/drawingml/2006/main" w="16193">
            <a:solidFill>
              <a:srgbClr val="34475B"/>
            </a:solidFill>
            <a:prstDash val="dash"/>
            <a:tailEnd type="triangle" w="med" len="med"/>
          </a:ln>
        </p:spPr>
      </p:cxnSp>
      <p:cxnSp>
        <p:nvCxnSpPr>
          <p:cNvPr id="22" name="">
            <a:extLst xmlns:a="http://schemas.openxmlformats.org/drawingml/2006/main">
              <a:ext uri="{FF2B5EF4-FFF2-40B4-BE49-F238E27FC236}">
                <a16:creationId xmlns:a16="http://schemas.microsoft.com/office/drawing/2014/main" id="{57578DBF-78D1-4005-80DB-C12355CF545C}"/>
              </a:ext>
            </a:extLst>
          </p:cNvPr>
          <p:cNvCxnSpPr>
            <a:stCxn xmlns:a="http://schemas.openxmlformats.org/drawingml/2006/main" id="10" idx="1"/>
            <a:endCxn xmlns:a="http://schemas.openxmlformats.org/drawingml/2006/main" id="17" idx="6"/>
          </p:cNvCxnSpPr>
          <p:nvPr/>
        </p:nvCxnSpPr>
        <p:spPr>
          <a:xfrm xmlns:a="http://schemas.openxmlformats.org/drawingml/2006/main" flipH="1" flipV="1">
            <a:off x="9620250" y="2476500"/>
            <a:ext cx="381000" cy="2024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1" name="">
            <a:extLst xmlns:a="http://schemas.openxmlformats.org/drawingml/2006/main">
              <a:ext uri="{FF2B5EF4-FFF2-40B4-BE49-F238E27FC236}">
                <a16:creationId xmlns:a16="http://schemas.microsoft.com/office/drawing/2014/main" id="{6E0FDA1D-DCFF-4561-97BF-A09B996F4BFF}"/>
              </a:ext>
            </a:extLst>
          </p:cNvPr>
          <p:cNvCxnSpPr>
            <a:stCxn xmlns:a="http://schemas.openxmlformats.org/drawingml/2006/main" id="6" idx="3"/>
            <a:endCxn xmlns:a="http://schemas.openxmlformats.org/drawingml/2006/main" id="16" idx="2"/>
          </p:cNvCxnSpPr>
          <p:nvPr/>
        </p:nvCxnSpPr>
        <p:spPr>
          <a:xfrm xmlns:a="http://schemas.openxmlformats.org/drawingml/2006/main">
            <a:off x="1876425" y="4500563"/>
            <a:ext cx="1647825" cy="17859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0" name="">
            <a:extLst xmlns:a="http://schemas.openxmlformats.org/drawingml/2006/main">
              <a:ext uri="{FF2B5EF4-FFF2-40B4-BE49-F238E27FC236}">
                <a16:creationId xmlns:a16="http://schemas.microsoft.com/office/drawing/2014/main" id="{C5E2F323-2AF9-4494-ABAC-C97C5E66E0A9}"/>
              </a:ext>
            </a:extLst>
          </p:cNvPr>
          <p:cNvCxnSpPr>
            <a:stCxn xmlns:a="http://schemas.openxmlformats.org/drawingml/2006/main" id="6" idx="3"/>
            <a:endCxn xmlns:a="http://schemas.openxmlformats.org/drawingml/2006/main" id="15" idx="2"/>
          </p:cNvCxnSpPr>
          <p:nvPr/>
        </p:nvCxnSpPr>
        <p:spPr>
          <a:xfrm xmlns:a="http://schemas.openxmlformats.org/drawingml/2006/main" flipV="1">
            <a:off x="1876425" y="4381500"/>
            <a:ext cx="1647825" cy="119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9" name="">
            <a:extLst xmlns:a="http://schemas.openxmlformats.org/drawingml/2006/main">
              <a:ext uri="{FF2B5EF4-FFF2-40B4-BE49-F238E27FC236}">
                <a16:creationId xmlns:a16="http://schemas.microsoft.com/office/drawing/2014/main" id="{3618DB15-99FE-4722-A870-15F7CFF403D7}"/>
              </a:ext>
            </a:extLst>
          </p:cNvPr>
          <p:cNvCxnSpPr>
            <a:stCxn xmlns:a="http://schemas.openxmlformats.org/drawingml/2006/main" id="6" idx="3"/>
            <a:endCxn xmlns:a="http://schemas.openxmlformats.org/drawingml/2006/main" id="14" idx="2"/>
          </p:cNvCxnSpPr>
          <p:nvPr/>
        </p:nvCxnSpPr>
        <p:spPr>
          <a:xfrm xmlns:a="http://schemas.openxmlformats.org/drawingml/2006/main" flipV="1">
            <a:off x="1876425" y="2476500"/>
            <a:ext cx="1647825" cy="2024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27" name="">
            <a:extLst xmlns:a="http://schemas.openxmlformats.org/drawingml/2006/main">
              <a:ext uri="{FF2B5EF4-FFF2-40B4-BE49-F238E27FC236}">
                <a16:creationId xmlns:a16="http://schemas.microsoft.com/office/drawing/2014/main" id="{CD5040E9-DC97-421E-8725-C264E99E0525}"/>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Order Processing</a:t>
            </a:r>
          </a:p>
        </p:txBody>
      </p:sp>
      <p:sp>
        <p:nvSpPr>
          <p:cNvPr id="2" name="">
            <a:extLst xmlns:a="http://schemas.openxmlformats.org/drawingml/2006/main">
              <a:ext uri="{FF2B5EF4-FFF2-40B4-BE49-F238E27FC236}">
                <a16:creationId xmlns:a16="http://schemas.microsoft.com/office/drawing/2014/main" id="{9E8C9EFB-F304-41D7-8859-FFD5DBEDA106}"/>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15400296-D5EA-4DD8-A885-25A5E55C1535}"/>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2208F927-361E-4A51-9415-CB7BE0802D48}"/>
              </a:ext>
            </a:extLst>
          </p:cNvPr>
          <p:cNvSpPr>
            <a:spLocks xmlns:a="http://schemas.openxmlformats.org/drawingml/2006/main" noGrp="1"/>
          </p:cNvSpPr>
          <p:nvPr/>
        </p:nvSpPr>
        <p:spPr>
          <a:xfrm xmlns:a="http://schemas.openxmlformats.org/drawingml/2006/main">
            <a:off x="2857500" y="1714500"/>
            <a:ext cx="6953250" cy="6000750"/>
          </a:xfrm>
          <a:prstGeom xmlns:a="http://schemas.openxmlformats.org/drawingml/2006/main" prst="rect">
            <a:avLst/>
          </a:prstGeom>
          <a:noFill xmlns:a="http://schemas.openxmlformats.org/drawingml/2006/main"/>
          <a:ln xmlns:a="http://schemas.openxmlformats.org/drawingml/2006/main" w="9525">
            <a:solidFill>
              <a:srgbClr val="526A87"/>
            </a:solidFill>
          </a:ln>
        </p:spPr>
      </p:sp>
      <p:sp>
        <p:nvSpPr>
          <p:cNvPr id="5" name="">
            <a:extLst xmlns:a="http://schemas.openxmlformats.org/drawingml/2006/main">
              <a:ext uri="{FF2B5EF4-FFF2-40B4-BE49-F238E27FC236}">
                <a16:creationId xmlns:a16="http://schemas.microsoft.com/office/drawing/2014/main" id="{E32F2B9A-8501-4F98-9E8F-A3EDF69B0EB3}"/>
              </a:ext>
            </a:extLst>
          </p:cNvPr>
          <p:cNvSpPr>
            <a:spLocks xmlns:a="http://schemas.openxmlformats.org/drawingml/2006/main" noGrp="1"/>
          </p:cNvSpPr>
          <p:nvPr/>
        </p:nvSpPr>
        <p:spPr>
          <a:xfrm xmlns:a="http://schemas.openxmlformats.org/drawingml/2006/main">
            <a:off x="7810500" y="1428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DTBMStore</a:t>
            </a:r>
          </a:p>
        </p:txBody>
      </p:sp>
      <p:sp>
        <p:nvSpPr>
          <p:cNvPr id="6" name="">
            <a:extLst xmlns:a="http://schemas.openxmlformats.org/drawingml/2006/main">
              <a:ext uri="{FF2B5EF4-FFF2-40B4-BE49-F238E27FC236}">
                <a16:creationId xmlns:a16="http://schemas.microsoft.com/office/drawing/2014/main" id="{4B87F725-2A48-4DB4-B91E-3235D232D294}"/>
              </a:ext>
            </a:extLst>
          </p:cNvPr>
          <p:cNvSpPr>
            <a:spLocks xmlns:a="http://schemas.openxmlformats.org/drawingml/2006/main" noGrp="1"/>
          </p:cNvSpPr>
          <p:nvPr/>
        </p:nvSpPr>
        <p:spPr>
          <a:xfrm xmlns:a="http://schemas.openxmlformats.org/drawingml/2006/main">
            <a:off x="666750" y="381000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9EE63E-0B59-4F86-A60A-5608881A209C}"/>
              </a:ext>
            </a:extLst>
          </p:cNvPr>
          <p:cNvSpPr>
            <a:spLocks xmlns:a="http://schemas.openxmlformats.org/drawingml/2006/main" noGrp="1"/>
          </p:cNvSpPr>
          <p:nvPr/>
        </p:nvSpPr>
        <p:spPr>
          <a:xfrm xmlns:a="http://schemas.openxmlformats.org/drawingml/2006/main">
            <a:off x="1143000" y="381000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8" name="">
            <a:extLst xmlns:a="http://schemas.openxmlformats.org/drawingml/2006/main">
              <a:ext uri="{FF2B5EF4-FFF2-40B4-BE49-F238E27FC236}">
                <a16:creationId xmlns:a16="http://schemas.microsoft.com/office/drawing/2014/main" id="{9E1959A7-B729-413A-BAD4-FDEBBDE953EA}"/>
              </a:ext>
            </a:extLst>
          </p:cNvPr>
          <p:cNvSpPr>
            <a:spLocks xmlns:a="http://schemas.openxmlformats.org/drawingml/2006/main" noGrp="1"/>
          </p:cNvSpPr>
          <p:nvPr/>
        </p:nvSpPr>
        <p:spPr>
          <a:xfrm xmlns:a="http://schemas.openxmlformats.org/drawingml/2006/main">
            <a:off x="809625" y="421005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9" name="">
            <a:extLst xmlns:a="http://schemas.openxmlformats.org/drawingml/2006/main">
              <a:ext uri="{FF2B5EF4-FFF2-40B4-BE49-F238E27FC236}">
                <a16:creationId xmlns:a16="http://schemas.microsoft.com/office/drawing/2014/main" id="{211260D7-A9B1-45B7-A36A-2FB677D71CCD}"/>
              </a:ext>
            </a:extLst>
          </p:cNvPr>
          <p:cNvSpPr>
            <a:spLocks xmlns:a="http://schemas.openxmlformats.org/drawingml/2006/main" noGrp="1"/>
          </p:cNvSpPr>
          <p:nvPr/>
        </p:nvSpPr>
        <p:spPr>
          <a:xfrm xmlns:a="http://schemas.openxmlformats.org/drawingml/2006/main">
            <a:off x="523875" y="53625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Customer</a:t>
            </a:r>
          </a:p>
        </p:txBody>
      </p:sp>
      <p:sp>
        <p:nvSpPr>
          <p:cNvPr id="10" name="">
            <a:extLst xmlns:a="http://schemas.openxmlformats.org/drawingml/2006/main">
              <a:ext uri="{FF2B5EF4-FFF2-40B4-BE49-F238E27FC236}">
                <a16:creationId xmlns:a16="http://schemas.microsoft.com/office/drawing/2014/main" id="{49531018-7753-4EB2-90EB-559A0223367D}"/>
              </a:ext>
            </a:extLst>
          </p:cNvPr>
          <p:cNvSpPr>
            <a:spLocks xmlns:a="http://schemas.openxmlformats.org/drawingml/2006/main" noGrp="1"/>
          </p:cNvSpPr>
          <p:nvPr/>
        </p:nvSpPr>
        <p:spPr>
          <a:xfrm xmlns:a="http://schemas.openxmlformats.org/drawingml/2006/main">
            <a:off x="10001250" y="381000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DABFAB-2919-4C99-AA5B-CB1DC7F4402B}"/>
              </a:ext>
            </a:extLst>
          </p:cNvPr>
          <p:cNvSpPr>
            <a:spLocks xmlns:a="http://schemas.openxmlformats.org/drawingml/2006/main" noGrp="1"/>
          </p:cNvSpPr>
          <p:nvPr/>
        </p:nvSpPr>
        <p:spPr>
          <a:xfrm xmlns:a="http://schemas.openxmlformats.org/drawingml/2006/main">
            <a:off x="10477500" y="381000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12" name="">
            <a:extLst xmlns:a="http://schemas.openxmlformats.org/drawingml/2006/main">
              <a:ext uri="{FF2B5EF4-FFF2-40B4-BE49-F238E27FC236}">
                <a16:creationId xmlns:a16="http://schemas.microsoft.com/office/drawing/2014/main" id="{08028FE3-5D29-4304-B343-8BF22C226AD5}"/>
              </a:ext>
            </a:extLst>
          </p:cNvPr>
          <p:cNvSpPr>
            <a:spLocks xmlns:a="http://schemas.openxmlformats.org/drawingml/2006/main" noGrp="1"/>
          </p:cNvSpPr>
          <p:nvPr/>
        </p:nvSpPr>
        <p:spPr>
          <a:xfrm xmlns:a="http://schemas.openxmlformats.org/drawingml/2006/main">
            <a:off x="10144125" y="421005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13" name="">
            <a:extLst xmlns:a="http://schemas.openxmlformats.org/drawingml/2006/main">
              <a:ext uri="{FF2B5EF4-FFF2-40B4-BE49-F238E27FC236}">
                <a16:creationId xmlns:a16="http://schemas.microsoft.com/office/drawing/2014/main" id="{F62DF8D7-EC30-470D-8E08-ABE9ADE8AA82}"/>
              </a:ext>
            </a:extLst>
          </p:cNvPr>
          <p:cNvSpPr>
            <a:spLocks xmlns:a="http://schemas.openxmlformats.org/drawingml/2006/main" noGrp="1"/>
          </p:cNvSpPr>
          <p:nvPr/>
        </p:nvSpPr>
        <p:spPr>
          <a:xfrm xmlns:a="http://schemas.openxmlformats.org/drawingml/2006/main">
            <a:off x="9858375" y="53625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Admin</a:t>
            </a:r>
          </a:p>
        </p:txBody>
      </p:sp>
      <p:sp>
        <p:nvSpPr>
          <p:cNvPr id="14" name="">
            <a:extLst xmlns:a="http://schemas.openxmlformats.org/drawingml/2006/main">
              <a:ext uri="{FF2B5EF4-FFF2-40B4-BE49-F238E27FC236}">
                <a16:creationId xmlns:a16="http://schemas.microsoft.com/office/drawing/2014/main" id="{D0C0011A-4A03-45B4-BA69-15200680E198}"/>
              </a:ext>
            </a:extLst>
          </p:cNvPr>
          <p:cNvSpPr>
            <a:spLocks xmlns:a="http://schemas.openxmlformats.org/drawingml/2006/main" noGrp="1"/>
          </p:cNvSpPr>
          <p:nvPr/>
        </p:nvSpPr>
        <p:spPr>
          <a:xfrm xmlns:a="http://schemas.openxmlformats.org/drawingml/2006/main">
            <a:off x="3524250" y="2000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UC003</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Xem tình trạng đơn</a:t>
            </a:r>
          </a:p>
        </p:txBody>
      </p:sp>
      <p:sp>
        <p:nvSpPr>
          <p:cNvPr id="15" name="">
            <a:extLst xmlns:a="http://schemas.openxmlformats.org/drawingml/2006/main">
              <a:ext uri="{FF2B5EF4-FFF2-40B4-BE49-F238E27FC236}">
                <a16:creationId xmlns:a16="http://schemas.microsoft.com/office/drawing/2014/main" id="{3FC9ED6D-D42D-4369-964E-C59C3AE39D33}"/>
              </a:ext>
            </a:extLst>
          </p:cNvPr>
          <p:cNvSpPr>
            <a:spLocks xmlns:a="http://schemas.openxmlformats.org/drawingml/2006/main" noGrp="1"/>
          </p:cNvSpPr>
          <p:nvPr/>
        </p:nvSpPr>
        <p:spPr>
          <a:xfrm xmlns:a="http://schemas.openxmlformats.org/drawingml/2006/main">
            <a:off x="3524250" y="3905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UC008</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Xem lịch sử mua hàng</a:t>
            </a:r>
          </a:p>
        </p:txBody>
      </p:sp>
      <p:sp>
        <p:nvSpPr>
          <p:cNvPr id="16" name="">
            <a:extLst xmlns:a="http://schemas.openxmlformats.org/drawingml/2006/main">
              <a:ext uri="{FF2B5EF4-FFF2-40B4-BE49-F238E27FC236}">
                <a16:creationId xmlns:a16="http://schemas.microsoft.com/office/drawing/2014/main" id="{922218C7-B8B5-4AF4-ADDC-6CD063BFECF6}"/>
              </a:ext>
            </a:extLst>
          </p:cNvPr>
          <p:cNvSpPr>
            <a:spLocks xmlns:a="http://schemas.openxmlformats.org/drawingml/2006/main" noGrp="1"/>
          </p:cNvSpPr>
          <p:nvPr/>
        </p:nvSpPr>
        <p:spPr>
          <a:xfrm xmlns:a="http://schemas.openxmlformats.org/drawingml/2006/main">
            <a:off x="3524250" y="5810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UC006</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Hủy đơn đủ điều kiện</a:t>
            </a:r>
          </a:p>
        </p:txBody>
      </p:sp>
      <p:sp>
        <p:nvSpPr>
          <p:cNvPr id="17" name="">
            <a:extLst xmlns:a="http://schemas.openxmlformats.org/drawingml/2006/main">
              <a:ext uri="{FF2B5EF4-FFF2-40B4-BE49-F238E27FC236}">
                <a16:creationId xmlns:a16="http://schemas.microsoft.com/office/drawing/2014/main" id="{359C9793-2F5C-4487-A972-787E5D97357C}"/>
              </a:ext>
            </a:extLst>
          </p:cNvPr>
          <p:cNvSpPr>
            <a:spLocks xmlns:a="http://schemas.openxmlformats.org/drawingml/2006/main" noGrp="1"/>
          </p:cNvSpPr>
          <p:nvPr/>
        </p:nvSpPr>
        <p:spPr>
          <a:xfrm xmlns:a="http://schemas.openxmlformats.org/drawingml/2006/main">
            <a:off x="7143750" y="2000250"/>
            <a:ext cx="247650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UC011</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Duyệt và cập nhật giao</a:t>
            </a:r>
          </a:p>
        </p:txBody>
      </p:sp>
      <p:sp>
        <p:nvSpPr>
          <p:cNvPr id="18" name="">
            <a:extLst xmlns:a="http://schemas.openxmlformats.org/drawingml/2006/main">
              <a:ext uri="{FF2B5EF4-FFF2-40B4-BE49-F238E27FC236}">
                <a16:creationId xmlns:a16="http://schemas.microsoft.com/office/drawing/2014/main" id="{9B2D3F00-CEE7-4009-B1F2-A14B2C352877}"/>
              </a:ext>
            </a:extLst>
          </p:cNvPr>
          <p:cNvSpPr>
            <a:spLocks xmlns:a="http://schemas.openxmlformats.org/drawingml/2006/main" noGrp="1"/>
          </p:cNvSpPr>
          <p:nvPr/>
        </p:nvSpPr>
        <p:spPr>
          <a:xfrm xmlns:a="http://schemas.openxmlformats.org/drawingml/2006/main">
            <a:off x="7143750" y="5810250"/>
            <a:ext cx="247650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UC016</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Hoàn kho khi hủy</a:t>
            </a:r>
          </a:p>
        </p:txBody>
      </p:sp>
      <p:sp>
        <p:nvSpPr>
          <p:cNvPr id="23" name="">
            <a:extLst xmlns:a="http://schemas.openxmlformats.org/drawingml/2006/main">
              <a:ext uri="{FF2B5EF4-FFF2-40B4-BE49-F238E27FC236}">
                <a16:creationId xmlns:a16="http://schemas.microsoft.com/office/drawing/2014/main" id="{64AE5627-3217-4522-9453-367011B48929}"/>
              </a:ext>
            </a:extLst>
          </p:cNvPr>
          <p:cNvSpPr>
            <a:spLocks xmlns:a="http://schemas.openxmlformats.org/drawingml/2006/main" noGrp="1"/>
          </p:cNvSpPr>
          <p:nvPr/>
        </p:nvSpPr>
        <p:spPr>
          <a:xfrm xmlns:a="http://schemas.openxmlformats.org/drawingml/2006/main">
            <a:off x="6477000" y="4495800"/>
            <a:ext cx="3524250" cy="2647950"/>
          </a:xfrm>
          <a:custGeom xmlns:a="http://schemas.openxmlformats.org/drawingml/2006/main">
            <a:pathLst>
              <a:path w="3524250" h="2647950">
                <a:moveTo>
                  <a:pt x="3524250" y="0"/>
                </a:moveTo>
                <a:lnTo>
                  <a:pt x="3429000" y="0"/>
                </a:lnTo>
                <a:lnTo>
                  <a:pt x="3429000" y="2647950"/>
                </a:lnTo>
                <a:lnTo>
                  <a:pt x="0" y="2647950"/>
                </a:lnTo>
                <a:lnTo>
                  <a:pt x="0" y="1790700"/>
                </a:lnTo>
              </a:path>
            </a:pathLst>
          </a:custGeom>
          <a:noFill xmlns:a="http://schemas.openxmlformats.org/drawingml/2006/main"/>
          <a:ln xmlns:a="http://schemas.openxmlformats.org/drawingml/2006/main" w="16193">
            <a:solidFill>
              <a:srgbClr val="34475B"/>
            </a:solidFill>
          </a:ln>
        </p:spPr>
      </p:sp>
      <p:sp>
        <p:nvSpPr>
          <p:cNvPr id="25" name="">
            <a:extLst xmlns:a="http://schemas.openxmlformats.org/drawingml/2006/main">
              <a:ext uri="{FF2B5EF4-FFF2-40B4-BE49-F238E27FC236}">
                <a16:creationId xmlns:a16="http://schemas.microsoft.com/office/drawing/2014/main" id="{BB545FE2-EFCA-494D-AFFE-3F0886C3456E}"/>
              </a:ext>
            </a:extLst>
          </p:cNvPr>
          <p:cNvSpPr>
            <a:spLocks xmlns:a="http://schemas.openxmlformats.org/drawingml/2006/main" noGrp="1"/>
          </p:cNvSpPr>
          <p:nvPr/>
        </p:nvSpPr>
        <p:spPr>
          <a:xfrm xmlns:a="http://schemas.openxmlformats.org/drawingml/2006/main">
            <a:off x="6429375" y="550545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«include»</a:t>
            </a:r>
          </a:p>
        </p:txBody>
      </p:sp>
      <p:sp>
        <p:nvSpPr>
          <p:cNvPr id="26" name="">
            <a:extLst xmlns:a="http://schemas.openxmlformats.org/drawingml/2006/main">
              <a:ext uri="{FF2B5EF4-FFF2-40B4-BE49-F238E27FC236}">
                <a16:creationId xmlns:a16="http://schemas.microsoft.com/office/drawing/2014/main" id="{05CCC0E0-770A-4382-B332-3057B6E41BA9}"/>
              </a:ext>
            </a:extLst>
          </p:cNvPr>
          <p:cNvSpPr>
            <a:spLocks xmlns:a="http://schemas.openxmlformats.org/drawingml/2006/main" noGrp="1"/>
          </p:cNvSpPr>
          <p:nvPr/>
        </p:nvSpPr>
        <p:spPr>
          <a:xfrm xmlns:a="http://schemas.openxmlformats.org/drawingml/2006/main">
            <a:off x="714375" y="7953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Chờ xử lý → Đã duyệt → Đang giao → Hoàn thành.</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Chỉ hủy Chờ xử lý/Đã duyệt. Customer chỉ xem và hủy đơn của mình.</a:t>
            </a:r>
          </a:p>
        </p:txBody>
      </p:sp>
    </p:spTree>
    <p:extLst>
      <p:ext uri="{BB962C8B-B14F-4D97-AF65-F5344CB8AC3E}">
        <p14:creationId xmlns:p14="http://schemas.microsoft.com/office/powerpoint/2010/main" val="699519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BB0D0B9E-0F28-47AB-85B6-46947D50FC5C}"/>
              </a:ext>
            </a:extLst>
          </p:cNvPr>
          <p:cNvCxnSpPr>
            <a:stCxn xmlns:a="http://schemas.openxmlformats.org/drawingml/2006/main" id="6" idx="3"/>
            <a:endCxn xmlns:a="http://schemas.openxmlformats.org/drawingml/2006/main" id="16" idx="2"/>
          </p:cNvCxnSpPr>
          <p:nvPr/>
        </p:nvCxnSpPr>
        <p:spPr>
          <a:xfrm xmlns:a="http://schemas.openxmlformats.org/drawingml/2006/main">
            <a:off x="1924050" y="4595813"/>
            <a:ext cx="1790700" cy="202406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5" name="">
            <a:extLst xmlns:a="http://schemas.openxmlformats.org/drawingml/2006/main">
              <a:ext uri="{FF2B5EF4-FFF2-40B4-BE49-F238E27FC236}">
                <a16:creationId xmlns:a16="http://schemas.microsoft.com/office/drawing/2014/main" id="{673B6A0A-CDA2-4A8A-8C12-2912D5F9D74D}"/>
              </a:ext>
            </a:extLst>
          </p:cNvPr>
          <p:cNvCxnSpPr>
            <a:stCxn xmlns:a="http://schemas.openxmlformats.org/drawingml/2006/main" id="6" idx="3"/>
            <a:endCxn xmlns:a="http://schemas.openxmlformats.org/drawingml/2006/main" id="14" idx="2"/>
          </p:cNvCxnSpPr>
          <p:nvPr/>
        </p:nvCxnSpPr>
        <p:spPr>
          <a:xfrm xmlns:a="http://schemas.openxmlformats.org/drawingml/2006/main">
            <a:off x="1924050" y="4595813"/>
            <a:ext cx="1790700" cy="6429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3" name="">
            <a:extLst xmlns:a="http://schemas.openxmlformats.org/drawingml/2006/main">
              <a:ext uri="{FF2B5EF4-FFF2-40B4-BE49-F238E27FC236}">
                <a16:creationId xmlns:a16="http://schemas.microsoft.com/office/drawing/2014/main" id="{D2E724D7-05B8-4FAD-BA68-D6A8E837B689}"/>
              </a:ext>
            </a:extLst>
          </p:cNvPr>
          <p:cNvCxnSpPr>
            <a:stCxn xmlns:a="http://schemas.openxmlformats.org/drawingml/2006/main" id="6" idx="3"/>
            <a:endCxn xmlns:a="http://schemas.openxmlformats.org/drawingml/2006/main" id="12" idx="2"/>
          </p:cNvCxnSpPr>
          <p:nvPr/>
        </p:nvCxnSpPr>
        <p:spPr>
          <a:xfrm xmlns:a="http://schemas.openxmlformats.org/drawingml/2006/main" flipV="1">
            <a:off x="1924050" y="3857625"/>
            <a:ext cx="1790700" cy="73818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1" name="">
            <a:extLst xmlns:a="http://schemas.openxmlformats.org/drawingml/2006/main">
              <a:ext uri="{FF2B5EF4-FFF2-40B4-BE49-F238E27FC236}">
                <a16:creationId xmlns:a16="http://schemas.microsoft.com/office/drawing/2014/main" id="{9A0E674A-BA71-4E98-B1B2-6DCD494A229B}"/>
              </a:ext>
            </a:extLst>
          </p:cNvPr>
          <p:cNvCxnSpPr>
            <a:stCxn xmlns:a="http://schemas.openxmlformats.org/drawingml/2006/main" id="6" idx="3"/>
            <a:endCxn xmlns:a="http://schemas.openxmlformats.org/drawingml/2006/main" id="10" idx="2"/>
          </p:cNvCxnSpPr>
          <p:nvPr/>
        </p:nvCxnSpPr>
        <p:spPr>
          <a:xfrm xmlns:a="http://schemas.openxmlformats.org/drawingml/2006/main" flipV="1">
            <a:off x="1924050" y="2476500"/>
            <a:ext cx="1790700" cy="2119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20" name="">
            <a:extLst xmlns:a="http://schemas.openxmlformats.org/drawingml/2006/main">
              <a:ext uri="{FF2B5EF4-FFF2-40B4-BE49-F238E27FC236}">
                <a16:creationId xmlns:a16="http://schemas.microsoft.com/office/drawing/2014/main" id="{5A181CB1-C4A9-4323-BE90-B96DB95E5A11}"/>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Inventory</a:t>
            </a:r>
          </a:p>
        </p:txBody>
      </p:sp>
      <p:sp>
        <p:nvSpPr>
          <p:cNvPr id="2" name="">
            <a:extLst xmlns:a="http://schemas.openxmlformats.org/drawingml/2006/main">
              <a:ext uri="{FF2B5EF4-FFF2-40B4-BE49-F238E27FC236}">
                <a16:creationId xmlns:a16="http://schemas.microsoft.com/office/drawing/2014/main" id="{D3A9CEF4-B800-4D86-A0E5-4E7DBA241A18}"/>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05643737-0F0D-46C1-AF4F-4664E12213E8}"/>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8D7FF0FF-3967-4C06-B75C-81FA47A5EF5A}"/>
              </a:ext>
            </a:extLst>
          </p:cNvPr>
          <p:cNvSpPr>
            <a:spLocks xmlns:a="http://schemas.openxmlformats.org/drawingml/2006/main" noGrp="1"/>
          </p:cNvSpPr>
          <p:nvPr/>
        </p:nvSpPr>
        <p:spPr>
          <a:xfrm xmlns:a="http://schemas.openxmlformats.org/drawingml/2006/main">
            <a:off x="2857500" y="1714500"/>
            <a:ext cx="8667750" cy="6000750"/>
          </a:xfrm>
          <a:prstGeom xmlns:a="http://schemas.openxmlformats.org/drawingml/2006/main" prst="rect">
            <a:avLst/>
          </a:prstGeom>
          <a:noFill xmlns:a="http://schemas.openxmlformats.org/drawingml/2006/main"/>
          <a:ln xmlns:a="http://schemas.openxmlformats.org/drawingml/2006/main" w="9525">
            <a:solidFill>
              <a:srgbClr val="526A87"/>
            </a:solidFill>
          </a:ln>
        </p:spPr>
      </p:sp>
      <p:sp>
        <p:nvSpPr>
          <p:cNvPr id="5" name="">
            <a:extLst xmlns:a="http://schemas.openxmlformats.org/drawingml/2006/main">
              <a:ext uri="{FF2B5EF4-FFF2-40B4-BE49-F238E27FC236}">
                <a16:creationId xmlns:a16="http://schemas.microsoft.com/office/drawing/2014/main" id="{FDC159A8-40E5-4DA4-9D47-64E597A51619}"/>
              </a:ext>
            </a:extLst>
          </p:cNvPr>
          <p:cNvSpPr>
            <a:spLocks xmlns:a="http://schemas.openxmlformats.org/drawingml/2006/main" noGrp="1"/>
          </p:cNvSpPr>
          <p:nvPr/>
        </p:nvSpPr>
        <p:spPr>
          <a:xfrm xmlns:a="http://schemas.openxmlformats.org/drawingml/2006/main">
            <a:off x="9525000" y="1428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DTBMStore</a:t>
            </a:r>
          </a:p>
        </p:txBody>
      </p:sp>
      <p:sp>
        <p:nvSpPr>
          <p:cNvPr id="6" name="">
            <a:extLst xmlns:a="http://schemas.openxmlformats.org/drawingml/2006/main">
              <a:ext uri="{FF2B5EF4-FFF2-40B4-BE49-F238E27FC236}">
                <a16:creationId xmlns:a16="http://schemas.microsoft.com/office/drawing/2014/main" id="{2578A63B-C922-48D9-BF22-2B5B66B40BBA}"/>
              </a:ext>
            </a:extLst>
          </p:cNvPr>
          <p:cNvSpPr>
            <a:spLocks xmlns:a="http://schemas.openxmlformats.org/drawingml/2006/main" noGrp="1"/>
          </p:cNvSpPr>
          <p:nvPr/>
        </p:nvSpPr>
        <p:spPr>
          <a:xfrm xmlns:a="http://schemas.openxmlformats.org/drawingml/2006/main">
            <a:off x="714375" y="3905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03C0CB-2445-4E8C-8ED3-A5745A9CF5E2}"/>
              </a:ext>
            </a:extLst>
          </p:cNvPr>
          <p:cNvSpPr>
            <a:spLocks xmlns:a="http://schemas.openxmlformats.org/drawingml/2006/main" noGrp="1"/>
          </p:cNvSpPr>
          <p:nvPr/>
        </p:nvSpPr>
        <p:spPr>
          <a:xfrm xmlns:a="http://schemas.openxmlformats.org/drawingml/2006/main">
            <a:off x="1190625" y="3905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8" name="">
            <a:extLst xmlns:a="http://schemas.openxmlformats.org/drawingml/2006/main">
              <a:ext uri="{FF2B5EF4-FFF2-40B4-BE49-F238E27FC236}">
                <a16:creationId xmlns:a16="http://schemas.microsoft.com/office/drawing/2014/main" id="{4207CFB9-6BAA-4347-B7D7-15D99673E764}"/>
              </a:ext>
            </a:extLst>
          </p:cNvPr>
          <p:cNvSpPr>
            <a:spLocks xmlns:a="http://schemas.openxmlformats.org/drawingml/2006/main" noGrp="1"/>
          </p:cNvSpPr>
          <p:nvPr/>
        </p:nvSpPr>
        <p:spPr>
          <a:xfrm xmlns:a="http://schemas.openxmlformats.org/drawingml/2006/main">
            <a:off x="857250" y="4305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9" name="">
            <a:extLst xmlns:a="http://schemas.openxmlformats.org/drawingml/2006/main">
              <a:ext uri="{FF2B5EF4-FFF2-40B4-BE49-F238E27FC236}">
                <a16:creationId xmlns:a16="http://schemas.microsoft.com/office/drawing/2014/main" id="{BFB48C40-F927-4111-811D-75B9C63ED6F3}"/>
              </a:ext>
            </a:extLst>
          </p:cNvPr>
          <p:cNvSpPr>
            <a:spLocks xmlns:a="http://schemas.openxmlformats.org/drawingml/2006/main" noGrp="1"/>
          </p:cNvSpPr>
          <p:nvPr/>
        </p:nvSpPr>
        <p:spPr>
          <a:xfrm xmlns:a="http://schemas.openxmlformats.org/drawingml/2006/main">
            <a:off x="571500" y="5457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Admin</a:t>
            </a:r>
          </a:p>
        </p:txBody>
      </p:sp>
      <p:sp>
        <p:nvSpPr>
          <p:cNvPr id="10" name="">
            <a:extLst xmlns:a="http://schemas.openxmlformats.org/drawingml/2006/main">
              <a:ext uri="{FF2B5EF4-FFF2-40B4-BE49-F238E27FC236}">
                <a16:creationId xmlns:a16="http://schemas.microsoft.com/office/drawing/2014/main" id="{8A38587D-2BC5-45FE-B758-B43A43ED2B5D}"/>
              </a:ext>
            </a:extLst>
          </p:cNvPr>
          <p:cNvSpPr>
            <a:spLocks xmlns:a="http://schemas.openxmlformats.org/drawingml/2006/main" noGrp="1"/>
          </p:cNvSpPr>
          <p:nvPr/>
        </p:nvSpPr>
        <p:spPr>
          <a:xfrm xmlns:a="http://schemas.openxmlformats.org/drawingml/2006/main">
            <a:off x="3714750" y="2000250"/>
            <a:ext cx="3381375"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UC012.1</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Thêm máy tính</a:t>
            </a:r>
          </a:p>
        </p:txBody>
      </p:sp>
      <p:sp>
        <p:nvSpPr>
          <p:cNvPr id="12" name="">
            <a:extLst xmlns:a="http://schemas.openxmlformats.org/drawingml/2006/main">
              <a:ext uri="{FF2B5EF4-FFF2-40B4-BE49-F238E27FC236}">
                <a16:creationId xmlns:a16="http://schemas.microsoft.com/office/drawing/2014/main" id="{C8FF721C-1190-426C-9A54-6A515CC91035}"/>
              </a:ext>
            </a:extLst>
          </p:cNvPr>
          <p:cNvSpPr>
            <a:spLocks xmlns:a="http://schemas.openxmlformats.org/drawingml/2006/main" noGrp="1"/>
          </p:cNvSpPr>
          <p:nvPr/>
        </p:nvSpPr>
        <p:spPr>
          <a:xfrm xmlns:a="http://schemas.openxmlformats.org/drawingml/2006/main">
            <a:off x="3714750" y="3381375"/>
            <a:ext cx="3381375"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UC012.2</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Sửa cấu hình và giá</a:t>
            </a:r>
          </a:p>
        </p:txBody>
      </p:sp>
      <p:sp>
        <p:nvSpPr>
          <p:cNvPr id="14" name="">
            <a:extLst xmlns:a="http://schemas.openxmlformats.org/drawingml/2006/main">
              <a:ext uri="{FF2B5EF4-FFF2-40B4-BE49-F238E27FC236}">
                <a16:creationId xmlns:a16="http://schemas.microsoft.com/office/drawing/2014/main" id="{6BA37308-A87B-4B10-8378-5EE0A41C6EB1}"/>
              </a:ext>
            </a:extLst>
          </p:cNvPr>
          <p:cNvSpPr>
            <a:spLocks xmlns:a="http://schemas.openxmlformats.org/drawingml/2006/main" noGrp="1"/>
          </p:cNvSpPr>
          <p:nvPr/>
        </p:nvSpPr>
        <p:spPr>
          <a:xfrm xmlns:a="http://schemas.openxmlformats.org/drawingml/2006/main">
            <a:off x="3714750" y="4762500"/>
            <a:ext cx="3381375"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UC012.3</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Xóa máy đủ điều kiện</a:t>
            </a:r>
          </a:p>
        </p:txBody>
      </p:sp>
      <p:sp>
        <p:nvSpPr>
          <p:cNvPr id="16" name="">
            <a:extLst xmlns:a="http://schemas.openxmlformats.org/drawingml/2006/main">
              <a:ext uri="{FF2B5EF4-FFF2-40B4-BE49-F238E27FC236}">
                <a16:creationId xmlns:a16="http://schemas.microsoft.com/office/drawing/2014/main" id="{DAE5ECB3-A9D1-4A55-B615-61C1C9260142}"/>
              </a:ext>
            </a:extLst>
          </p:cNvPr>
          <p:cNvSpPr>
            <a:spLocks xmlns:a="http://schemas.openxmlformats.org/drawingml/2006/main" noGrp="1"/>
          </p:cNvSpPr>
          <p:nvPr/>
        </p:nvSpPr>
        <p:spPr>
          <a:xfrm xmlns:a="http://schemas.openxmlformats.org/drawingml/2006/main">
            <a:off x="3714750" y="6143625"/>
            <a:ext cx="3381375"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UC012.4</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Cập nhật tồn kho</a:t>
            </a:r>
          </a:p>
        </p:txBody>
      </p:sp>
      <p:sp>
        <p:nvSpPr>
          <p:cNvPr id="18" name="">
            <a:extLst xmlns:a="http://schemas.openxmlformats.org/drawingml/2006/main">
              <a:ext uri="{FF2B5EF4-FFF2-40B4-BE49-F238E27FC236}">
                <a16:creationId xmlns:a16="http://schemas.microsoft.com/office/drawing/2014/main" id="{D590BCCE-97DF-4B94-BCBC-EA675A006D94}"/>
              </a:ext>
            </a:extLst>
          </p:cNvPr>
          <p:cNvSpPr>
            <a:spLocks xmlns:a="http://schemas.openxmlformats.org/drawingml/2006/main" noGrp="1"/>
          </p:cNvSpPr>
          <p:nvPr/>
        </p:nvSpPr>
        <p:spPr>
          <a:xfrm xmlns:a="http://schemas.openxmlformats.org/drawingml/2006/main">
            <a:off x="7667625" y="2095500"/>
            <a:ext cx="3571875" cy="466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Tên và danh mục bắt buộc.</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Giá/tồn không âm.</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Không xóa sản phẩm đã có trong đơn.</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Sửa giá không đổi giá đơn cũ.</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Kiểm tra phiên bản khi sửa tồn để tránh ghi đè lượng vừa bán.</a:t>
            </a:r>
          </a:p>
        </p:txBody>
      </p:sp>
      <p:sp>
        <p:nvSpPr>
          <p:cNvPr id="19" name="">
            <a:extLst xmlns:a="http://schemas.openxmlformats.org/drawingml/2006/main">
              <a:ext uri="{FF2B5EF4-FFF2-40B4-BE49-F238E27FC236}">
                <a16:creationId xmlns:a16="http://schemas.microsoft.com/office/drawing/2014/main" id="{77E0AB75-C67D-4E8B-AD5D-4FFE481A7A86}"/>
              </a:ext>
            </a:extLst>
          </p:cNvPr>
          <p:cNvSpPr>
            <a:spLocks xmlns:a="http://schemas.openxmlformats.org/drawingml/2006/main" noGrp="1"/>
          </p:cNvSpPr>
          <p:nvPr/>
        </p:nvSpPr>
        <p:spPr>
          <a:xfrm xmlns:a="http://schemas.openxmlformats.org/drawingml/2006/main">
            <a:off x="714375" y="8096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263A4B"/>
                </a:solidFill>
                <a:latin typeface="Arial"/>
                <a:ea typeface="Arial"/>
                <a:cs typeface="Arial"/>
              </a:defRPr>
            </a:defPPr>
            <a:lvl1pPr algn="l">
              <a:defRPr sz="1800" b="0">
                <a:solidFill>
                  <a:srgbClr val="263A4B"/>
                </a:solidFill>
                <a:latin typeface="Arial"/>
                <a:ea typeface="Arial"/>
                <a:cs typeface="Arial"/>
              </a:defRPr>
            </a:lvl1pPr>
            <a:lvl2pPr algn="l">
              <a:defRPr sz="1800" b="0">
                <a:solidFill>
                  <a:srgbClr val="263A4B"/>
                </a:solidFill>
                <a:latin typeface="Arial"/>
                <a:ea typeface="Arial"/>
                <a:cs typeface="Arial"/>
              </a:defRPr>
            </a:lvl2pPr>
            <a:lvl3pPr algn="l">
              <a:defRPr sz="1800" b="0">
                <a:solidFill>
                  <a:srgbClr val="263A4B"/>
                </a:solidFill>
                <a:latin typeface="Arial"/>
                <a:ea typeface="Arial"/>
                <a:cs typeface="Arial"/>
              </a:defRPr>
            </a:lvl3pPr>
            <a:lvl4pPr algn="l">
              <a:defRPr sz="1800" b="0">
                <a:solidFill>
                  <a:srgbClr val="263A4B"/>
                </a:solidFill>
                <a:latin typeface="Arial"/>
                <a:ea typeface="Arial"/>
                <a:cs typeface="Arial"/>
              </a:defRPr>
            </a:lvl4pPr>
            <a:lvl5pPr algn="l">
              <a:defRPr sz="1800" b="0">
                <a:solidFill>
                  <a:srgbClr val="263A4B"/>
                </a:solidFill>
                <a:latin typeface="Arial"/>
                <a:ea typeface="Arial"/>
                <a:cs typeface="Arial"/>
              </a:defRPr>
            </a:lvl5pPr>
            <a:lvl6pPr algn="l">
              <a:defRPr sz="1800" b="0">
                <a:solidFill>
                  <a:srgbClr val="263A4B"/>
                </a:solidFill>
                <a:latin typeface="Arial"/>
                <a:ea typeface="Arial"/>
                <a:cs typeface="Arial"/>
              </a:defRPr>
            </a:lvl6pPr>
            <a:lvl7pPr algn="l">
              <a:defRPr sz="1800" b="0">
                <a:solidFill>
                  <a:srgbClr val="263A4B"/>
                </a:solidFill>
                <a:latin typeface="Arial"/>
                <a:ea typeface="Arial"/>
                <a:cs typeface="Arial"/>
              </a:defRPr>
            </a:lvl7pPr>
            <a:lvl8pPr algn="l">
              <a:defRPr sz="1800" b="0">
                <a:solidFill>
                  <a:srgbClr val="263A4B"/>
                </a:solidFill>
                <a:latin typeface="Arial"/>
                <a:ea typeface="Arial"/>
                <a:cs typeface="Arial"/>
              </a:defRPr>
            </a:lvl8pPr>
            <a:lvl9pPr algn="l">
              <a:defRPr sz="1800" b="0">
                <a:solidFill>
                  <a:srgbClr val="263A4B"/>
                </a:solidFill>
                <a:latin typeface="Arial"/>
                <a:ea typeface="Arial"/>
                <a:cs typeface="Arial"/>
              </a:defRPr>
            </a:lvl9pPr>
          </a:lstStyle>
          <a:p xmlns:a="http://schemas.openxmlformats.org/drawingml/2006/main">
            <a:pPr algn="l">
              <a:defRPr sz="1800" b="0">
                <a:solidFill>
                  <a:srgbClr val="263A4B"/>
                </a:solidFill>
                <a:latin typeface="Arial"/>
                <a:ea typeface="Arial"/>
                <a:cs typeface="Arial"/>
              </a:defRPr>
            </a:pPr>
            <a:r>
              <a:rPr sz="1800" b="0">
                <a:solidFill>
                  <a:srgbClr val="263A4B"/>
                </a:solidFill>
                <a:latin typeface="Arial"/>
                <a:ea typeface="Arial"/>
                <a:cs typeface="Arial"/>
              </a:rPr>
              <a:t>UC012.1–UC012.4 là phân rã của UC012. Tồn còn thay đổi qua UC015/UC016 của đặt và hủy.</a:t>
            </a:r>
          </a:p>
        </p:txBody>
      </p:sp>
    </p:spTree>
    <p:extLst>
      <p:ext uri="{BB962C8B-B14F-4D97-AF65-F5344CB8AC3E}">
        <p14:creationId xmlns:p14="http://schemas.microsoft.com/office/powerpoint/2010/main" val="2004922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A8E78174-F434-42F5-AA8C-FA2B78702A26}"/>
              </a:ext>
            </a:extLst>
          </p:cNvPr>
          <p:cNvCxnSpPr>
            <a:stCxn xmlns:a="http://schemas.openxmlformats.org/drawingml/2006/main" id="14" idx="1"/>
            <a:endCxn xmlns:a="http://schemas.openxmlformats.org/drawingml/2006/main" id="20" idx="6"/>
          </p:cNvCxnSpPr>
          <p:nvPr/>
        </p:nvCxnSpPr>
        <p:spPr>
          <a:xfrm xmlns:a="http://schemas.openxmlformats.org/drawingml/2006/main" flipH="1">
            <a:off x="6477000" y="4595813"/>
            <a:ext cx="3524250" cy="169068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7" name="">
            <a:extLst xmlns:a="http://schemas.openxmlformats.org/drawingml/2006/main">
              <a:ext uri="{FF2B5EF4-FFF2-40B4-BE49-F238E27FC236}">
                <a16:creationId xmlns:a16="http://schemas.microsoft.com/office/drawing/2014/main" id="{9D5E9E1B-1EF5-4F8D-9023-2219EB825C22}"/>
              </a:ext>
            </a:extLst>
          </p:cNvPr>
          <p:cNvCxnSpPr>
            <a:stCxn xmlns:a="http://schemas.openxmlformats.org/drawingml/2006/main" id="14" idx="1"/>
            <a:endCxn xmlns:a="http://schemas.openxmlformats.org/drawingml/2006/main" id="19" idx="6"/>
          </p:cNvCxnSpPr>
          <p:nvPr/>
        </p:nvCxnSpPr>
        <p:spPr>
          <a:xfrm xmlns:a="http://schemas.openxmlformats.org/drawingml/2006/main" flipH="1" flipV="1">
            <a:off x="6477000" y="4381500"/>
            <a:ext cx="3524250" cy="214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6" name="">
            <a:extLst xmlns:a="http://schemas.openxmlformats.org/drawingml/2006/main">
              <a:ext uri="{FF2B5EF4-FFF2-40B4-BE49-F238E27FC236}">
                <a16:creationId xmlns:a16="http://schemas.microsoft.com/office/drawing/2014/main" id="{9DF7707D-1B9B-4D52-BFE8-70E36F83F755}"/>
              </a:ext>
            </a:extLst>
          </p:cNvPr>
          <p:cNvCxnSpPr>
            <a:stCxn xmlns:a="http://schemas.openxmlformats.org/drawingml/2006/main" id="14" idx="1"/>
            <a:endCxn xmlns:a="http://schemas.openxmlformats.org/drawingml/2006/main" id="21" idx="6"/>
          </p:cNvCxnSpPr>
          <p:nvPr/>
        </p:nvCxnSpPr>
        <p:spPr>
          <a:xfrm xmlns:a="http://schemas.openxmlformats.org/drawingml/2006/main" flipH="1" flipV="1">
            <a:off x="9620250" y="2476500"/>
            <a:ext cx="381000" cy="2119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5" name="">
            <a:extLst xmlns:a="http://schemas.openxmlformats.org/drawingml/2006/main">
              <a:ext uri="{FF2B5EF4-FFF2-40B4-BE49-F238E27FC236}">
                <a16:creationId xmlns:a16="http://schemas.microsoft.com/office/drawing/2014/main" id="{C01A8710-BF29-49D0-B929-4E966F063578}"/>
              </a:ext>
            </a:extLst>
          </p:cNvPr>
          <p:cNvCxnSpPr>
            <a:stCxn xmlns:a="http://schemas.openxmlformats.org/drawingml/2006/main" id="10" idx="3"/>
            <a:endCxn xmlns:a="http://schemas.openxmlformats.org/drawingml/2006/main" id="20" idx="2"/>
          </p:cNvCxnSpPr>
          <p:nvPr/>
        </p:nvCxnSpPr>
        <p:spPr>
          <a:xfrm xmlns:a="http://schemas.openxmlformats.org/drawingml/2006/main" flipV="1">
            <a:off x="1876425" y="6286500"/>
            <a:ext cx="1647825" cy="214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4" name="">
            <a:extLst xmlns:a="http://schemas.openxmlformats.org/drawingml/2006/main">
              <a:ext uri="{FF2B5EF4-FFF2-40B4-BE49-F238E27FC236}">
                <a16:creationId xmlns:a16="http://schemas.microsoft.com/office/drawing/2014/main" id="{C9595688-7841-4B8F-987B-7EF65DDAE330}"/>
              </a:ext>
            </a:extLst>
          </p:cNvPr>
          <p:cNvCxnSpPr>
            <a:stCxn xmlns:a="http://schemas.openxmlformats.org/drawingml/2006/main" id="10" idx="3"/>
            <a:endCxn xmlns:a="http://schemas.openxmlformats.org/drawingml/2006/main" id="19" idx="2"/>
          </p:cNvCxnSpPr>
          <p:nvPr/>
        </p:nvCxnSpPr>
        <p:spPr>
          <a:xfrm xmlns:a="http://schemas.openxmlformats.org/drawingml/2006/main" flipV="1">
            <a:off x="1876425" y="4381500"/>
            <a:ext cx="1647825" cy="2119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3" name="">
            <a:extLst xmlns:a="http://schemas.openxmlformats.org/drawingml/2006/main">
              <a:ext uri="{FF2B5EF4-FFF2-40B4-BE49-F238E27FC236}">
                <a16:creationId xmlns:a16="http://schemas.microsoft.com/office/drawing/2014/main" id="{886648E9-87E7-4A7C-BAE6-48D605E181E8}"/>
              </a:ext>
            </a:extLst>
          </p:cNvPr>
          <p:cNvCxnSpPr>
            <a:stCxn xmlns:a="http://schemas.openxmlformats.org/drawingml/2006/main" id="6" idx="3"/>
            <a:endCxn xmlns:a="http://schemas.openxmlformats.org/drawingml/2006/main" id="19" idx="2"/>
          </p:cNvCxnSpPr>
          <p:nvPr/>
        </p:nvCxnSpPr>
        <p:spPr>
          <a:xfrm xmlns:a="http://schemas.openxmlformats.org/drawingml/2006/main">
            <a:off x="1876425" y="2690813"/>
            <a:ext cx="1647825" cy="169068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22" name="">
            <a:extLst xmlns:a="http://schemas.openxmlformats.org/drawingml/2006/main">
              <a:ext uri="{FF2B5EF4-FFF2-40B4-BE49-F238E27FC236}">
                <a16:creationId xmlns:a16="http://schemas.microsoft.com/office/drawing/2014/main" id="{8EC7BD75-44AC-4BB1-98E4-80E6ECF41B19}"/>
              </a:ext>
            </a:extLst>
          </p:cNvPr>
          <p:cNvCxnSpPr>
            <a:stCxn xmlns:a="http://schemas.openxmlformats.org/drawingml/2006/main" id="6" idx="3"/>
            <a:endCxn xmlns:a="http://schemas.openxmlformats.org/drawingml/2006/main" id="18" idx="2"/>
          </p:cNvCxnSpPr>
          <p:nvPr/>
        </p:nvCxnSpPr>
        <p:spPr>
          <a:xfrm xmlns:a="http://schemas.openxmlformats.org/drawingml/2006/main" flipV="1">
            <a:off x="1876425" y="2476500"/>
            <a:ext cx="1647825" cy="214313"/>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30" name="">
            <a:extLst xmlns:a="http://schemas.openxmlformats.org/drawingml/2006/main">
              <a:ext uri="{FF2B5EF4-FFF2-40B4-BE49-F238E27FC236}">
                <a16:creationId xmlns:a16="http://schemas.microsoft.com/office/drawing/2014/main" id="{A4D6804E-4D34-4553-9F85-C212BB38D09D}"/>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Access Control</a:t>
            </a:r>
          </a:p>
        </p:txBody>
      </p:sp>
      <p:sp>
        <p:nvSpPr>
          <p:cNvPr id="2" name="">
            <a:extLst xmlns:a="http://schemas.openxmlformats.org/drawingml/2006/main">
              <a:ext uri="{FF2B5EF4-FFF2-40B4-BE49-F238E27FC236}">
                <a16:creationId xmlns:a16="http://schemas.microsoft.com/office/drawing/2014/main" id="{A35FAFBC-93F6-4F25-B922-2C97265175B0}"/>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0B5244AA-085C-4D44-BFDD-7C0E211A8154}"/>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132F5542-7C99-4FEF-B728-415F013AC8E1}"/>
              </a:ext>
            </a:extLst>
          </p:cNvPr>
          <p:cNvSpPr>
            <a:spLocks xmlns:a="http://schemas.openxmlformats.org/drawingml/2006/main" noGrp="1"/>
          </p:cNvSpPr>
          <p:nvPr/>
        </p:nvSpPr>
        <p:spPr>
          <a:xfrm xmlns:a="http://schemas.openxmlformats.org/drawingml/2006/main">
            <a:off x="2857500" y="1714500"/>
            <a:ext cx="6953250" cy="6000750"/>
          </a:xfrm>
          <a:prstGeom xmlns:a="http://schemas.openxmlformats.org/drawingml/2006/main" prst="rect">
            <a:avLst/>
          </a:prstGeom>
          <a:noFill xmlns:a="http://schemas.openxmlformats.org/drawingml/2006/main"/>
          <a:ln xmlns:a="http://schemas.openxmlformats.org/drawingml/2006/main" w="9525">
            <a:solidFill>
              <a:srgbClr val="526A87"/>
            </a:solidFill>
          </a:ln>
        </p:spPr>
      </p:sp>
      <p:sp>
        <p:nvSpPr>
          <p:cNvPr id="5" name="">
            <a:extLst xmlns:a="http://schemas.openxmlformats.org/drawingml/2006/main">
              <a:ext uri="{FF2B5EF4-FFF2-40B4-BE49-F238E27FC236}">
                <a16:creationId xmlns:a16="http://schemas.microsoft.com/office/drawing/2014/main" id="{0A2E6B5E-B4E6-4C9F-800F-9AF730F501BE}"/>
              </a:ext>
            </a:extLst>
          </p:cNvPr>
          <p:cNvSpPr>
            <a:spLocks xmlns:a="http://schemas.openxmlformats.org/drawingml/2006/main" noGrp="1"/>
          </p:cNvSpPr>
          <p:nvPr/>
        </p:nvSpPr>
        <p:spPr>
          <a:xfrm xmlns:a="http://schemas.openxmlformats.org/drawingml/2006/main">
            <a:off x="7810500" y="1428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263A4B"/>
                </a:solidFill>
                <a:latin typeface="Arial"/>
                <a:ea typeface="Arial"/>
                <a:cs typeface="Arial"/>
              </a:defRPr>
            </a:defPPr>
            <a:lvl1pPr algn="l">
              <a:defRPr sz="1500" b="0">
                <a:solidFill>
                  <a:srgbClr val="263A4B"/>
                </a:solidFill>
                <a:latin typeface="Arial"/>
                <a:ea typeface="Arial"/>
                <a:cs typeface="Arial"/>
              </a:defRPr>
            </a:lvl1pPr>
            <a:lvl2pPr algn="l">
              <a:defRPr sz="1500" b="0">
                <a:solidFill>
                  <a:srgbClr val="263A4B"/>
                </a:solidFill>
                <a:latin typeface="Arial"/>
                <a:ea typeface="Arial"/>
                <a:cs typeface="Arial"/>
              </a:defRPr>
            </a:lvl2pPr>
            <a:lvl3pPr algn="l">
              <a:defRPr sz="1500" b="0">
                <a:solidFill>
                  <a:srgbClr val="263A4B"/>
                </a:solidFill>
                <a:latin typeface="Arial"/>
                <a:ea typeface="Arial"/>
                <a:cs typeface="Arial"/>
              </a:defRPr>
            </a:lvl3pPr>
            <a:lvl4pPr algn="l">
              <a:defRPr sz="1500" b="0">
                <a:solidFill>
                  <a:srgbClr val="263A4B"/>
                </a:solidFill>
                <a:latin typeface="Arial"/>
                <a:ea typeface="Arial"/>
                <a:cs typeface="Arial"/>
              </a:defRPr>
            </a:lvl4pPr>
            <a:lvl5pPr algn="l">
              <a:defRPr sz="1500" b="0">
                <a:solidFill>
                  <a:srgbClr val="263A4B"/>
                </a:solidFill>
                <a:latin typeface="Arial"/>
                <a:ea typeface="Arial"/>
                <a:cs typeface="Arial"/>
              </a:defRPr>
            </a:lvl5pPr>
            <a:lvl6pPr algn="l">
              <a:defRPr sz="1500" b="0">
                <a:solidFill>
                  <a:srgbClr val="263A4B"/>
                </a:solidFill>
                <a:latin typeface="Arial"/>
                <a:ea typeface="Arial"/>
                <a:cs typeface="Arial"/>
              </a:defRPr>
            </a:lvl6pPr>
            <a:lvl7pPr algn="l">
              <a:defRPr sz="1500" b="0">
                <a:solidFill>
                  <a:srgbClr val="263A4B"/>
                </a:solidFill>
                <a:latin typeface="Arial"/>
                <a:ea typeface="Arial"/>
                <a:cs typeface="Arial"/>
              </a:defRPr>
            </a:lvl7pPr>
            <a:lvl8pPr algn="l">
              <a:defRPr sz="1500" b="0">
                <a:solidFill>
                  <a:srgbClr val="263A4B"/>
                </a:solidFill>
                <a:latin typeface="Arial"/>
                <a:ea typeface="Arial"/>
                <a:cs typeface="Arial"/>
              </a:defRPr>
            </a:lvl8pPr>
            <a:lvl9pPr algn="l">
              <a:defRPr sz="1500" b="0">
                <a:solidFill>
                  <a:srgbClr val="263A4B"/>
                </a:solidFill>
                <a:latin typeface="Arial"/>
                <a:ea typeface="Arial"/>
                <a:cs typeface="Arial"/>
              </a:defRPr>
            </a:lvl9pPr>
          </a:lstStyle>
          <a:p xmlns:a="http://schemas.openxmlformats.org/drawingml/2006/main">
            <a:pPr algn="l">
              <a:defRPr sz="1500" b="0">
                <a:solidFill>
                  <a:srgbClr val="263A4B"/>
                </a:solidFill>
                <a:latin typeface="Arial"/>
                <a:ea typeface="Arial"/>
                <a:cs typeface="Arial"/>
              </a:defRPr>
            </a:pPr>
            <a:r>
              <a:rPr sz="1500" b="0">
                <a:solidFill>
                  <a:srgbClr val="263A4B"/>
                </a:solidFill>
                <a:latin typeface="Arial"/>
                <a:ea typeface="Arial"/>
                <a:cs typeface="Arial"/>
              </a:rPr>
              <a:t>DTBMStore</a:t>
            </a:r>
          </a:p>
        </p:txBody>
      </p:sp>
      <p:sp>
        <p:nvSpPr>
          <p:cNvPr id="6" name="">
            <a:extLst xmlns:a="http://schemas.openxmlformats.org/drawingml/2006/main">
              <a:ext uri="{FF2B5EF4-FFF2-40B4-BE49-F238E27FC236}">
                <a16:creationId xmlns:a16="http://schemas.microsoft.com/office/drawing/2014/main" id="{32088F59-36F3-4328-A07F-0D654F28D5F6}"/>
              </a:ext>
            </a:extLst>
          </p:cNvPr>
          <p:cNvSpPr>
            <a:spLocks xmlns:a="http://schemas.openxmlformats.org/drawingml/2006/main" noGrp="1"/>
          </p:cNvSpPr>
          <p:nvPr/>
        </p:nvSpPr>
        <p:spPr>
          <a:xfrm xmlns:a="http://schemas.openxmlformats.org/drawingml/2006/main">
            <a:off x="666750" y="2000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7C12BC-2015-4AC8-A3CC-6D132AB8D60C}"/>
              </a:ext>
            </a:extLst>
          </p:cNvPr>
          <p:cNvSpPr>
            <a:spLocks xmlns:a="http://schemas.openxmlformats.org/drawingml/2006/main" noGrp="1"/>
          </p:cNvSpPr>
          <p:nvPr/>
        </p:nvSpPr>
        <p:spPr>
          <a:xfrm xmlns:a="http://schemas.openxmlformats.org/drawingml/2006/main">
            <a:off x="1143000" y="2000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8" name="">
            <a:extLst xmlns:a="http://schemas.openxmlformats.org/drawingml/2006/main">
              <a:ext uri="{FF2B5EF4-FFF2-40B4-BE49-F238E27FC236}">
                <a16:creationId xmlns:a16="http://schemas.microsoft.com/office/drawing/2014/main" id="{9E53B029-86E4-41F8-875C-B571727F6493}"/>
              </a:ext>
            </a:extLst>
          </p:cNvPr>
          <p:cNvSpPr>
            <a:spLocks xmlns:a="http://schemas.openxmlformats.org/drawingml/2006/main" noGrp="1"/>
          </p:cNvSpPr>
          <p:nvPr/>
        </p:nvSpPr>
        <p:spPr>
          <a:xfrm xmlns:a="http://schemas.openxmlformats.org/drawingml/2006/main">
            <a:off x="809625" y="2400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9" name="">
            <a:extLst xmlns:a="http://schemas.openxmlformats.org/drawingml/2006/main">
              <a:ext uri="{FF2B5EF4-FFF2-40B4-BE49-F238E27FC236}">
                <a16:creationId xmlns:a16="http://schemas.microsoft.com/office/drawing/2014/main" id="{1A9E7634-6E14-4ACB-9830-3EDFDCE1EE4A}"/>
              </a:ext>
            </a:extLst>
          </p:cNvPr>
          <p:cNvSpPr>
            <a:spLocks xmlns:a="http://schemas.openxmlformats.org/drawingml/2006/main" noGrp="1"/>
          </p:cNvSpPr>
          <p:nvPr/>
        </p:nvSpPr>
        <p:spPr>
          <a:xfrm xmlns:a="http://schemas.openxmlformats.org/drawingml/2006/main">
            <a:off x="523875" y="3552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Guest</a:t>
            </a:r>
          </a:p>
        </p:txBody>
      </p:sp>
      <p:sp>
        <p:nvSpPr>
          <p:cNvPr id="10" name="">
            <a:extLst xmlns:a="http://schemas.openxmlformats.org/drawingml/2006/main">
              <a:ext uri="{FF2B5EF4-FFF2-40B4-BE49-F238E27FC236}">
                <a16:creationId xmlns:a16="http://schemas.microsoft.com/office/drawing/2014/main" id="{5E66890A-4D41-4CF8-BD29-6277FC20D9C8}"/>
              </a:ext>
            </a:extLst>
          </p:cNvPr>
          <p:cNvSpPr>
            <a:spLocks xmlns:a="http://schemas.openxmlformats.org/drawingml/2006/main" noGrp="1"/>
          </p:cNvSpPr>
          <p:nvPr/>
        </p:nvSpPr>
        <p:spPr>
          <a:xfrm xmlns:a="http://schemas.openxmlformats.org/drawingml/2006/main">
            <a:off x="666750" y="5810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A41616-5422-41E8-AC31-9A44915FE58A}"/>
              </a:ext>
            </a:extLst>
          </p:cNvPr>
          <p:cNvSpPr>
            <a:spLocks xmlns:a="http://schemas.openxmlformats.org/drawingml/2006/main" noGrp="1"/>
          </p:cNvSpPr>
          <p:nvPr/>
        </p:nvSpPr>
        <p:spPr>
          <a:xfrm xmlns:a="http://schemas.openxmlformats.org/drawingml/2006/main">
            <a:off x="1143000" y="5810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12" name="">
            <a:extLst xmlns:a="http://schemas.openxmlformats.org/drawingml/2006/main">
              <a:ext uri="{FF2B5EF4-FFF2-40B4-BE49-F238E27FC236}">
                <a16:creationId xmlns:a16="http://schemas.microsoft.com/office/drawing/2014/main" id="{A22FB894-0CC6-4289-B121-DDE78BAC6D59}"/>
              </a:ext>
            </a:extLst>
          </p:cNvPr>
          <p:cNvSpPr>
            <a:spLocks xmlns:a="http://schemas.openxmlformats.org/drawingml/2006/main" noGrp="1"/>
          </p:cNvSpPr>
          <p:nvPr/>
        </p:nvSpPr>
        <p:spPr>
          <a:xfrm xmlns:a="http://schemas.openxmlformats.org/drawingml/2006/main">
            <a:off x="809625" y="6210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13" name="">
            <a:extLst xmlns:a="http://schemas.openxmlformats.org/drawingml/2006/main">
              <a:ext uri="{FF2B5EF4-FFF2-40B4-BE49-F238E27FC236}">
                <a16:creationId xmlns:a16="http://schemas.microsoft.com/office/drawing/2014/main" id="{9BE0002B-202C-4F24-82FF-1ED9B0E90A4F}"/>
              </a:ext>
            </a:extLst>
          </p:cNvPr>
          <p:cNvSpPr>
            <a:spLocks xmlns:a="http://schemas.openxmlformats.org/drawingml/2006/main" noGrp="1"/>
          </p:cNvSpPr>
          <p:nvPr/>
        </p:nvSpPr>
        <p:spPr>
          <a:xfrm xmlns:a="http://schemas.openxmlformats.org/drawingml/2006/main">
            <a:off x="523875" y="7362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Customer</a:t>
            </a:r>
          </a:p>
        </p:txBody>
      </p:sp>
      <p:sp>
        <p:nvSpPr>
          <p:cNvPr id="14" name="">
            <a:extLst xmlns:a="http://schemas.openxmlformats.org/drawingml/2006/main">
              <a:ext uri="{FF2B5EF4-FFF2-40B4-BE49-F238E27FC236}">
                <a16:creationId xmlns:a16="http://schemas.microsoft.com/office/drawing/2014/main" id="{5435252D-0612-4E2C-9F77-FC54288886BF}"/>
              </a:ext>
            </a:extLst>
          </p:cNvPr>
          <p:cNvSpPr>
            <a:spLocks xmlns:a="http://schemas.openxmlformats.org/drawingml/2006/main" noGrp="1"/>
          </p:cNvSpPr>
          <p:nvPr/>
        </p:nvSpPr>
        <p:spPr>
          <a:xfrm xmlns:a="http://schemas.openxmlformats.org/drawingml/2006/main">
            <a:off x="10001250" y="390525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6BEAB6-42B8-4974-B195-F27159F54EA0}"/>
              </a:ext>
            </a:extLst>
          </p:cNvPr>
          <p:cNvSpPr>
            <a:spLocks xmlns:a="http://schemas.openxmlformats.org/drawingml/2006/main" noGrp="1"/>
          </p:cNvSpPr>
          <p:nvPr/>
        </p:nvSpPr>
        <p:spPr>
          <a:xfrm xmlns:a="http://schemas.openxmlformats.org/drawingml/2006/main">
            <a:off x="10477500" y="390525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16" name="">
            <a:extLst xmlns:a="http://schemas.openxmlformats.org/drawingml/2006/main">
              <a:ext uri="{FF2B5EF4-FFF2-40B4-BE49-F238E27FC236}">
                <a16:creationId xmlns:a16="http://schemas.microsoft.com/office/drawing/2014/main" id="{1B7D78A8-C401-465F-904F-D18C46A0564E}"/>
              </a:ext>
            </a:extLst>
          </p:cNvPr>
          <p:cNvSpPr>
            <a:spLocks xmlns:a="http://schemas.openxmlformats.org/drawingml/2006/main" noGrp="1"/>
          </p:cNvSpPr>
          <p:nvPr/>
        </p:nvSpPr>
        <p:spPr>
          <a:xfrm xmlns:a="http://schemas.openxmlformats.org/drawingml/2006/main">
            <a:off x="10144125" y="430530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17" name="">
            <a:extLst xmlns:a="http://schemas.openxmlformats.org/drawingml/2006/main">
              <a:ext uri="{FF2B5EF4-FFF2-40B4-BE49-F238E27FC236}">
                <a16:creationId xmlns:a16="http://schemas.microsoft.com/office/drawing/2014/main" id="{0F29971D-A7BD-4BC6-AF53-771DCBC662BC}"/>
              </a:ext>
            </a:extLst>
          </p:cNvPr>
          <p:cNvSpPr>
            <a:spLocks xmlns:a="http://schemas.openxmlformats.org/drawingml/2006/main" noGrp="1"/>
          </p:cNvSpPr>
          <p:nvPr/>
        </p:nvSpPr>
        <p:spPr>
          <a:xfrm xmlns:a="http://schemas.openxmlformats.org/drawingml/2006/main">
            <a:off x="9858375" y="545782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Admin</a:t>
            </a:r>
          </a:p>
        </p:txBody>
      </p:sp>
      <p:sp>
        <p:nvSpPr>
          <p:cNvPr id="18" name="">
            <a:extLst xmlns:a="http://schemas.openxmlformats.org/drawingml/2006/main">
              <a:ext uri="{FF2B5EF4-FFF2-40B4-BE49-F238E27FC236}">
                <a16:creationId xmlns:a16="http://schemas.microsoft.com/office/drawing/2014/main" id="{5A27CBAF-DAED-409A-817C-E2AB1E0FBA81}"/>
              </a:ext>
            </a:extLst>
          </p:cNvPr>
          <p:cNvSpPr>
            <a:spLocks xmlns:a="http://schemas.openxmlformats.org/drawingml/2006/main" noGrp="1"/>
          </p:cNvSpPr>
          <p:nvPr/>
        </p:nvSpPr>
        <p:spPr>
          <a:xfrm xmlns:a="http://schemas.openxmlformats.org/drawingml/2006/main">
            <a:off x="3524250" y="2000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UC007</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Đăng ký Customer</a:t>
            </a:r>
          </a:p>
        </p:txBody>
      </p:sp>
      <p:sp>
        <p:nvSpPr>
          <p:cNvPr id="19" name="">
            <a:extLst xmlns:a="http://schemas.openxmlformats.org/drawingml/2006/main">
              <a:ext uri="{FF2B5EF4-FFF2-40B4-BE49-F238E27FC236}">
                <a16:creationId xmlns:a16="http://schemas.microsoft.com/office/drawing/2014/main" id="{BA4CE46C-16EE-4CAE-BB83-D646F4B6BFC6}"/>
              </a:ext>
            </a:extLst>
          </p:cNvPr>
          <p:cNvSpPr>
            <a:spLocks xmlns:a="http://schemas.openxmlformats.org/drawingml/2006/main" noGrp="1"/>
          </p:cNvSpPr>
          <p:nvPr/>
        </p:nvSpPr>
        <p:spPr>
          <a:xfrm xmlns:a="http://schemas.openxmlformats.org/drawingml/2006/main">
            <a:off x="3524250" y="3905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UC001</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Đăng nhập</a:t>
            </a:r>
          </a:p>
        </p:txBody>
      </p:sp>
      <p:sp>
        <p:nvSpPr>
          <p:cNvPr id="20" name="">
            <a:extLst xmlns:a="http://schemas.openxmlformats.org/drawingml/2006/main">
              <a:ext uri="{FF2B5EF4-FFF2-40B4-BE49-F238E27FC236}">
                <a16:creationId xmlns:a16="http://schemas.microsoft.com/office/drawing/2014/main" id="{AB25808C-EF1B-437F-AA4D-EE332A9AC2F1}"/>
              </a:ext>
            </a:extLst>
          </p:cNvPr>
          <p:cNvSpPr>
            <a:spLocks xmlns:a="http://schemas.openxmlformats.org/drawingml/2006/main" noGrp="1"/>
          </p:cNvSpPr>
          <p:nvPr/>
        </p:nvSpPr>
        <p:spPr>
          <a:xfrm xmlns:a="http://schemas.openxmlformats.org/drawingml/2006/main">
            <a:off x="3524250" y="5810250"/>
            <a:ext cx="2952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UC002</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Đổi mật khẩu</a:t>
            </a:r>
          </a:p>
        </p:txBody>
      </p:sp>
      <p:sp>
        <p:nvSpPr>
          <p:cNvPr id="21" name="">
            <a:extLst xmlns:a="http://schemas.openxmlformats.org/drawingml/2006/main">
              <a:ext uri="{FF2B5EF4-FFF2-40B4-BE49-F238E27FC236}">
                <a16:creationId xmlns:a16="http://schemas.microsoft.com/office/drawing/2014/main" id="{74063EBC-4185-4CAC-8295-60990A76E2F5}"/>
              </a:ext>
            </a:extLst>
          </p:cNvPr>
          <p:cNvSpPr>
            <a:spLocks xmlns:a="http://schemas.openxmlformats.org/drawingml/2006/main" noGrp="1"/>
          </p:cNvSpPr>
          <p:nvPr/>
        </p:nvSpPr>
        <p:spPr>
          <a:xfrm xmlns:a="http://schemas.openxmlformats.org/drawingml/2006/main">
            <a:off x="7143750" y="2000250"/>
            <a:ext cx="247650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UC010</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Quản lý người dùng</a:t>
            </a:r>
          </a:p>
        </p:txBody>
      </p:sp>
      <p:sp>
        <p:nvSpPr>
          <p:cNvPr id="29" name="">
            <a:extLst xmlns:a="http://schemas.openxmlformats.org/drawingml/2006/main">
              <a:ext uri="{FF2B5EF4-FFF2-40B4-BE49-F238E27FC236}">
                <a16:creationId xmlns:a16="http://schemas.microsoft.com/office/drawing/2014/main" id="{81421EB5-A63C-4DFC-AD1D-C389E7BA8041}"/>
              </a:ext>
            </a:extLst>
          </p:cNvPr>
          <p:cNvSpPr>
            <a:spLocks xmlns:a="http://schemas.openxmlformats.org/drawingml/2006/main" noGrp="1"/>
          </p:cNvSpPr>
          <p:nvPr/>
        </p:nvSpPr>
        <p:spPr>
          <a:xfrm xmlns:a="http://schemas.openxmlformats.org/drawingml/2006/main">
            <a:off x="714375" y="7953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263A4B"/>
                </a:solidFill>
                <a:latin typeface="Arial"/>
                <a:ea typeface="Arial"/>
                <a:cs typeface="Arial"/>
              </a:defRPr>
            </a:defPPr>
            <a:lvl1pPr algn="l">
              <a:defRPr sz="1800" b="0">
                <a:solidFill>
                  <a:srgbClr val="263A4B"/>
                </a:solidFill>
                <a:latin typeface="Arial"/>
                <a:ea typeface="Arial"/>
                <a:cs typeface="Arial"/>
              </a:defRPr>
            </a:lvl1pPr>
            <a:lvl2pPr algn="l">
              <a:defRPr sz="1800" b="0">
                <a:solidFill>
                  <a:srgbClr val="263A4B"/>
                </a:solidFill>
                <a:latin typeface="Arial"/>
                <a:ea typeface="Arial"/>
                <a:cs typeface="Arial"/>
              </a:defRPr>
            </a:lvl2pPr>
            <a:lvl3pPr algn="l">
              <a:defRPr sz="1800" b="0">
                <a:solidFill>
                  <a:srgbClr val="263A4B"/>
                </a:solidFill>
                <a:latin typeface="Arial"/>
                <a:ea typeface="Arial"/>
                <a:cs typeface="Arial"/>
              </a:defRPr>
            </a:lvl3pPr>
            <a:lvl4pPr algn="l">
              <a:defRPr sz="1800" b="0">
                <a:solidFill>
                  <a:srgbClr val="263A4B"/>
                </a:solidFill>
                <a:latin typeface="Arial"/>
                <a:ea typeface="Arial"/>
                <a:cs typeface="Arial"/>
              </a:defRPr>
            </a:lvl4pPr>
            <a:lvl5pPr algn="l">
              <a:defRPr sz="1800" b="0">
                <a:solidFill>
                  <a:srgbClr val="263A4B"/>
                </a:solidFill>
                <a:latin typeface="Arial"/>
                <a:ea typeface="Arial"/>
                <a:cs typeface="Arial"/>
              </a:defRPr>
            </a:lvl5pPr>
            <a:lvl6pPr algn="l">
              <a:defRPr sz="1800" b="0">
                <a:solidFill>
                  <a:srgbClr val="263A4B"/>
                </a:solidFill>
                <a:latin typeface="Arial"/>
                <a:ea typeface="Arial"/>
                <a:cs typeface="Arial"/>
              </a:defRPr>
            </a:lvl6pPr>
            <a:lvl7pPr algn="l">
              <a:defRPr sz="1800" b="0">
                <a:solidFill>
                  <a:srgbClr val="263A4B"/>
                </a:solidFill>
                <a:latin typeface="Arial"/>
                <a:ea typeface="Arial"/>
                <a:cs typeface="Arial"/>
              </a:defRPr>
            </a:lvl7pPr>
            <a:lvl8pPr algn="l">
              <a:defRPr sz="1800" b="0">
                <a:solidFill>
                  <a:srgbClr val="263A4B"/>
                </a:solidFill>
                <a:latin typeface="Arial"/>
                <a:ea typeface="Arial"/>
                <a:cs typeface="Arial"/>
              </a:defRPr>
            </a:lvl8pPr>
            <a:lvl9pPr algn="l">
              <a:defRPr sz="1800" b="0">
                <a:solidFill>
                  <a:srgbClr val="263A4B"/>
                </a:solidFill>
                <a:latin typeface="Arial"/>
                <a:ea typeface="Arial"/>
                <a:cs typeface="Arial"/>
              </a:defRPr>
            </a:lvl9pPr>
          </a:lstStyle>
          <a:p xmlns:a="http://schemas.openxmlformats.org/drawingml/2006/main">
            <a:pPr algn="l">
              <a:defRPr sz="1800" b="0">
                <a:solidFill>
                  <a:srgbClr val="263A4B"/>
                </a:solidFill>
                <a:latin typeface="Arial"/>
                <a:ea typeface="Arial"/>
                <a:cs typeface="Arial"/>
              </a:defRPr>
            </a:pPr>
            <a:r>
              <a:rPr sz="1800" b="0">
                <a:solidFill>
                  <a:srgbClr val="263A4B"/>
                </a:solidFill>
                <a:latin typeface="Arial"/>
                <a:ea typeface="Arial"/>
                <a:cs typeface="Arial"/>
              </a:rPr>
              <a:t>API gán Customer khi đăng ký. Đổi mật khẩu cần phiên và mật khẩu hiện tại.</a:t>
            </a:r>
          </a:p>
          <a:p xmlns:a="http://schemas.openxmlformats.org/drawingml/2006/main">
            <a:pPr algn="l">
              <a:defRPr sz="1800" b="0">
                <a:solidFill>
                  <a:srgbClr val="263A4B"/>
                </a:solidFill>
                <a:latin typeface="Arial"/>
                <a:ea typeface="Arial"/>
                <a:cs typeface="Arial"/>
              </a:defRPr>
            </a:pPr>
            <a:r>
              <a:rPr sz="1800" b="0">
                <a:solidFill>
                  <a:srgbClr val="263A4B"/>
                </a:solidFill>
                <a:latin typeface="Arial"/>
                <a:ea typeface="Arial"/>
                <a:cs typeface="Arial"/>
              </a:rPr>
              <a:t>Quản lý người dùng chỉ dành Admin, không xóa tài khoản Admin đang hoạt động.</a:t>
            </a:r>
          </a:p>
        </p:txBody>
      </p:sp>
    </p:spTree>
    <p:extLst>
      <p:ext uri="{BB962C8B-B14F-4D97-AF65-F5344CB8AC3E}">
        <p14:creationId xmlns:p14="http://schemas.microsoft.com/office/powerpoint/2010/main" val="7888963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8415B000-DD6C-4694-96C3-B356377D73A3}"/>
              </a:ext>
            </a:extLst>
          </p:cNvPr>
          <p:cNvCxnSpPr>
            <a:stCxn xmlns:a="http://schemas.openxmlformats.org/drawingml/2006/main" id="8" idx="3"/>
            <a:endCxn xmlns:a="http://schemas.openxmlformats.org/drawingml/2006/main" id="13" idx="2"/>
          </p:cNvCxnSpPr>
          <p:nvPr/>
        </p:nvCxnSpPr>
        <p:spPr>
          <a:xfrm xmlns:a="http://schemas.openxmlformats.org/drawingml/2006/main" flipV="1">
            <a:off x="1924050" y="6715125"/>
            <a:ext cx="1981200" cy="714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8F83E2A6-F92A-4768-AC33-DA8A8F2F5DFF}"/>
              </a:ext>
            </a:extLst>
          </p:cNvPr>
          <p:cNvCxnSpPr>
            <a:stCxn xmlns:a="http://schemas.openxmlformats.org/drawingml/2006/main" id="4" idx="3"/>
            <a:endCxn xmlns:a="http://schemas.openxmlformats.org/drawingml/2006/main" id="12" idx="2"/>
          </p:cNvCxnSpPr>
          <p:nvPr/>
        </p:nvCxnSpPr>
        <p:spPr>
          <a:xfrm xmlns:a="http://schemas.openxmlformats.org/drawingml/2006/main" flipV="1">
            <a:off x="1924050" y="2714625"/>
            <a:ext cx="1981200" cy="261938"/>
          </a:xfrm>
          <a:prstGeom xmlns:a="http://schemas.openxmlformats.org/drawingml/2006/main" prst="straightConnector1">
            <a:avLst/>
          </a:prstGeom>
          <a:ln xmlns:a="http://schemas.openxmlformats.org/drawingml/2006/main" w="16193">
            <a:solidFill>
              <a:srgbClr val="34475B"/>
            </a:solidFill>
            <a:prstDash val="solid"/>
            <a:tailEnd type="none" w="med" len="med"/>
          </a:ln>
        </p:spPr>
      </p:cxnSp>
      <p:sp>
        <p:nvSpPr>
          <p:cNvPr id="18" name="">
            <a:extLst xmlns:a="http://schemas.openxmlformats.org/drawingml/2006/main">
              <a:ext uri="{FF2B5EF4-FFF2-40B4-BE49-F238E27FC236}">
                <a16:creationId xmlns:a16="http://schemas.microsoft.com/office/drawing/2014/main" id="{FF56A243-153B-4274-B3A2-F006C912FDD2}"/>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 Case: Reporting and Help</a:t>
            </a:r>
          </a:p>
        </p:txBody>
      </p:sp>
      <p:sp>
        <p:nvSpPr>
          <p:cNvPr id="2" name="">
            <a:extLst xmlns:a="http://schemas.openxmlformats.org/drawingml/2006/main">
              <a:ext uri="{FF2B5EF4-FFF2-40B4-BE49-F238E27FC236}">
                <a16:creationId xmlns:a16="http://schemas.microsoft.com/office/drawing/2014/main" id="{D9A33723-5161-4CF5-9DD3-1734C8564BCD}"/>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5FC24A18-C0BF-4E3D-AFB1-7F60051AD2E3}"/>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4298CF2-CEB9-4C54-9DF3-1D86E20CA10B}"/>
              </a:ext>
            </a:extLst>
          </p:cNvPr>
          <p:cNvSpPr>
            <a:spLocks xmlns:a="http://schemas.openxmlformats.org/drawingml/2006/main" noGrp="1"/>
          </p:cNvSpPr>
          <p:nvPr/>
        </p:nvSpPr>
        <p:spPr>
          <a:xfrm xmlns:a="http://schemas.openxmlformats.org/drawingml/2006/main">
            <a:off x="714375" y="228600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3367BA-57FF-4123-A5B7-FB2F76F1AE2D}"/>
              </a:ext>
            </a:extLst>
          </p:cNvPr>
          <p:cNvSpPr>
            <a:spLocks xmlns:a="http://schemas.openxmlformats.org/drawingml/2006/main" noGrp="1"/>
          </p:cNvSpPr>
          <p:nvPr/>
        </p:nvSpPr>
        <p:spPr>
          <a:xfrm xmlns:a="http://schemas.openxmlformats.org/drawingml/2006/main">
            <a:off x="1190625" y="228600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6" name="">
            <a:extLst xmlns:a="http://schemas.openxmlformats.org/drawingml/2006/main">
              <a:ext uri="{FF2B5EF4-FFF2-40B4-BE49-F238E27FC236}">
                <a16:creationId xmlns:a16="http://schemas.microsoft.com/office/drawing/2014/main" id="{D561A69F-C11B-42FB-B99D-0EB85CB4D837}"/>
              </a:ext>
            </a:extLst>
          </p:cNvPr>
          <p:cNvSpPr>
            <a:spLocks xmlns:a="http://schemas.openxmlformats.org/drawingml/2006/main" noGrp="1"/>
          </p:cNvSpPr>
          <p:nvPr/>
        </p:nvSpPr>
        <p:spPr>
          <a:xfrm xmlns:a="http://schemas.openxmlformats.org/drawingml/2006/main">
            <a:off x="857250" y="268605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7" name="">
            <a:extLst xmlns:a="http://schemas.openxmlformats.org/drawingml/2006/main">
              <a:ext uri="{FF2B5EF4-FFF2-40B4-BE49-F238E27FC236}">
                <a16:creationId xmlns:a16="http://schemas.microsoft.com/office/drawing/2014/main" id="{688AC736-685F-43DA-BB50-3A5D03A56A95}"/>
              </a:ext>
            </a:extLst>
          </p:cNvPr>
          <p:cNvSpPr>
            <a:spLocks xmlns:a="http://schemas.openxmlformats.org/drawingml/2006/main" noGrp="1"/>
          </p:cNvSpPr>
          <p:nvPr/>
        </p:nvSpPr>
        <p:spPr>
          <a:xfrm xmlns:a="http://schemas.openxmlformats.org/drawingml/2006/main">
            <a:off x="571500" y="38385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Admin</a:t>
            </a:r>
          </a:p>
        </p:txBody>
      </p:sp>
      <p:sp>
        <p:nvSpPr>
          <p:cNvPr id="8" name="">
            <a:extLst xmlns:a="http://schemas.openxmlformats.org/drawingml/2006/main">
              <a:ext uri="{FF2B5EF4-FFF2-40B4-BE49-F238E27FC236}">
                <a16:creationId xmlns:a16="http://schemas.microsoft.com/office/drawing/2014/main" id="{79615CEE-200D-4BEC-BD73-722DF521488C}"/>
              </a:ext>
            </a:extLst>
          </p:cNvPr>
          <p:cNvSpPr>
            <a:spLocks xmlns:a="http://schemas.openxmlformats.org/drawingml/2006/main" noGrp="1"/>
          </p:cNvSpPr>
          <p:nvPr/>
        </p:nvSpPr>
        <p:spPr>
          <a:xfrm xmlns:a="http://schemas.openxmlformats.org/drawingml/2006/main">
            <a:off x="714375" y="6096000"/>
            <a:ext cx="1209675" cy="1381125"/>
          </a:xfrm>
          <a:prstGeom xmlns:a="http://schemas.openxmlformats.org/drawingml/2006/main" prst="rect">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E45BFB-1B4F-4DBC-9CB5-AFCE72B46BAE}"/>
              </a:ext>
            </a:extLst>
          </p:cNvPr>
          <p:cNvSpPr>
            <a:spLocks xmlns:a="http://schemas.openxmlformats.org/drawingml/2006/main" noGrp="1"/>
          </p:cNvSpPr>
          <p:nvPr/>
        </p:nvSpPr>
        <p:spPr>
          <a:xfrm xmlns:a="http://schemas.openxmlformats.org/drawingml/2006/main">
            <a:off x="1190625" y="6096000"/>
            <a:ext cx="400050" cy="400050"/>
          </a:xfrm>
          <a:prstGeom xmlns:a="http://schemas.openxmlformats.org/drawingml/2006/main" prst="ellipse">
            <a:avLst/>
          </a:prstGeom>
          <a:noFill xmlns:a="http://schemas.openxmlformats.org/drawingml/2006/main"/>
          <a:ln xmlns:a="http://schemas.openxmlformats.org/drawingml/2006/main" w="19050">
            <a:solidFill>
              <a:srgbClr val="263A4B"/>
            </a:solidFill>
          </a:ln>
        </p:spPr>
      </p:sp>
      <p:sp>
        <p:nvSpPr>
          <p:cNvPr id="10" name="">
            <a:extLst xmlns:a="http://schemas.openxmlformats.org/drawingml/2006/main">
              <a:ext uri="{FF2B5EF4-FFF2-40B4-BE49-F238E27FC236}">
                <a16:creationId xmlns:a16="http://schemas.microsoft.com/office/drawing/2014/main" id="{D882ECFC-C0D0-4766-B936-9A440C844556}"/>
              </a:ext>
            </a:extLst>
          </p:cNvPr>
          <p:cNvSpPr>
            <a:spLocks xmlns:a="http://schemas.openxmlformats.org/drawingml/2006/main" noGrp="1"/>
          </p:cNvSpPr>
          <p:nvPr/>
        </p:nvSpPr>
        <p:spPr>
          <a:xfrm xmlns:a="http://schemas.openxmlformats.org/drawingml/2006/main">
            <a:off x="857250" y="6496050"/>
            <a:ext cx="1095375" cy="1047750"/>
          </a:xfrm>
          <a:custGeom xmlns:a="http://schemas.openxmlformats.org/drawingml/2006/main">
            <a:pathLst>
              <a:path w="1095375" h="1047750">
                <a:moveTo>
                  <a:pt x="533400" y="0"/>
                </a:moveTo>
                <a:lnTo>
                  <a:pt x="533400" y="619125"/>
                </a:lnTo>
                <a:moveTo>
                  <a:pt x="0" y="285750"/>
                </a:moveTo>
                <a:lnTo>
                  <a:pt x="1066800" y="285750"/>
                </a:lnTo>
                <a:moveTo>
                  <a:pt x="533400" y="619125"/>
                </a:moveTo>
                <a:lnTo>
                  <a:pt x="142875" y="1047750"/>
                </a:lnTo>
                <a:moveTo>
                  <a:pt x="533400" y="619125"/>
                </a:moveTo>
                <a:lnTo>
                  <a:pt x="952500" y="1047750"/>
                </a:lnTo>
              </a:path>
            </a:pathLst>
          </a:custGeom>
          <a:noFill xmlns:a="http://schemas.openxmlformats.org/drawingml/2006/main"/>
          <a:ln xmlns:a="http://schemas.openxmlformats.org/drawingml/2006/main" w="19050">
            <a:solidFill>
              <a:srgbClr val="263A4B"/>
            </a:solidFill>
          </a:ln>
        </p:spPr>
      </p:sp>
      <p:sp>
        <p:nvSpPr>
          <p:cNvPr id="11" name="">
            <a:extLst xmlns:a="http://schemas.openxmlformats.org/drawingml/2006/main">
              <a:ext uri="{FF2B5EF4-FFF2-40B4-BE49-F238E27FC236}">
                <a16:creationId xmlns:a16="http://schemas.microsoft.com/office/drawing/2014/main" id="{51F8E264-F1D9-4122-BCDD-E7A8A7EC1C06}"/>
              </a:ext>
            </a:extLst>
          </p:cNvPr>
          <p:cNvSpPr>
            <a:spLocks xmlns:a="http://schemas.openxmlformats.org/drawingml/2006/main" noGrp="1"/>
          </p:cNvSpPr>
          <p:nvPr/>
        </p:nvSpPr>
        <p:spPr>
          <a:xfrm xmlns:a="http://schemas.openxmlformats.org/drawingml/2006/main">
            <a:off x="571500" y="76485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1">
                <a:solidFill>
                  <a:srgbClr val="263A4B"/>
                </a:solidFill>
                <a:latin typeface="Arial"/>
                <a:ea typeface="Arial"/>
                <a:cs typeface="Arial"/>
              </a:defRPr>
            </a:defPPr>
            <a:lvl1pPr algn="ctr">
              <a:defRPr sz="1875" b="1">
                <a:solidFill>
                  <a:srgbClr val="263A4B"/>
                </a:solidFill>
                <a:latin typeface="Arial"/>
                <a:ea typeface="Arial"/>
                <a:cs typeface="Arial"/>
              </a:defRPr>
            </a:lvl1pPr>
            <a:lvl2pPr algn="ctr">
              <a:defRPr sz="1875" b="1">
                <a:solidFill>
                  <a:srgbClr val="263A4B"/>
                </a:solidFill>
                <a:latin typeface="Arial"/>
                <a:ea typeface="Arial"/>
                <a:cs typeface="Arial"/>
              </a:defRPr>
            </a:lvl2pPr>
            <a:lvl3pPr algn="ctr">
              <a:defRPr sz="1875" b="1">
                <a:solidFill>
                  <a:srgbClr val="263A4B"/>
                </a:solidFill>
                <a:latin typeface="Arial"/>
                <a:ea typeface="Arial"/>
                <a:cs typeface="Arial"/>
              </a:defRPr>
            </a:lvl3pPr>
            <a:lvl4pPr algn="ctr">
              <a:defRPr sz="1875" b="1">
                <a:solidFill>
                  <a:srgbClr val="263A4B"/>
                </a:solidFill>
                <a:latin typeface="Arial"/>
                <a:ea typeface="Arial"/>
                <a:cs typeface="Arial"/>
              </a:defRPr>
            </a:lvl4pPr>
            <a:lvl5pPr algn="ctr">
              <a:defRPr sz="1875" b="1">
                <a:solidFill>
                  <a:srgbClr val="263A4B"/>
                </a:solidFill>
                <a:latin typeface="Arial"/>
                <a:ea typeface="Arial"/>
                <a:cs typeface="Arial"/>
              </a:defRPr>
            </a:lvl5pPr>
            <a:lvl6pPr algn="ctr">
              <a:defRPr sz="1875" b="1">
                <a:solidFill>
                  <a:srgbClr val="263A4B"/>
                </a:solidFill>
                <a:latin typeface="Arial"/>
                <a:ea typeface="Arial"/>
                <a:cs typeface="Arial"/>
              </a:defRPr>
            </a:lvl6pPr>
            <a:lvl7pPr algn="ctr">
              <a:defRPr sz="1875" b="1">
                <a:solidFill>
                  <a:srgbClr val="263A4B"/>
                </a:solidFill>
                <a:latin typeface="Arial"/>
                <a:ea typeface="Arial"/>
                <a:cs typeface="Arial"/>
              </a:defRPr>
            </a:lvl7pPr>
            <a:lvl8pPr algn="ctr">
              <a:defRPr sz="1875" b="1">
                <a:solidFill>
                  <a:srgbClr val="263A4B"/>
                </a:solidFill>
                <a:latin typeface="Arial"/>
                <a:ea typeface="Arial"/>
                <a:cs typeface="Arial"/>
              </a:defRPr>
            </a:lvl8pPr>
            <a:lvl9pPr algn="ctr">
              <a:defRPr sz="1875" b="1">
                <a:solidFill>
                  <a:srgbClr val="263A4B"/>
                </a:solidFill>
                <a:latin typeface="Arial"/>
                <a:ea typeface="Arial"/>
                <a:cs typeface="Arial"/>
              </a:defRPr>
            </a:lvl9pPr>
          </a:lstStyle>
          <a:p xmlns:a="http://schemas.openxmlformats.org/drawingml/2006/main">
            <a:pPr algn="ctr">
              <a:defRPr sz="1875" b="1">
                <a:solidFill>
                  <a:srgbClr val="263A4B"/>
                </a:solidFill>
                <a:latin typeface="Arial"/>
                <a:ea typeface="Arial"/>
                <a:cs typeface="Arial"/>
              </a:defRPr>
            </a:pPr>
            <a:r>
              <a:rPr sz="1875" b="1">
                <a:solidFill>
                  <a:srgbClr val="263A4B"/>
                </a:solidFill>
                <a:latin typeface="Arial"/>
                <a:ea typeface="Arial"/>
                <a:cs typeface="Arial"/>
              </a:rPr>
              <a:t>Guest / Customer</a:t>
            </a:r>
          </a:p>
        </p:txBody>
      </p:sp>
      <p:sp>
        <p:nvSpPr>
          <p:cNvPr id="12" name="">
            <a:extLst xmlns:a="http://schemas.openxmlformats.org/drawingml/2006/main">
              <a:ext uri="{FF2B5EF4-FFF2-40B4-BE49-F238E27FC236}">
                <a16:creationId xmlns:a16="http://schemas.microsoft.com/office/drawing/2014/main" id="{32063906-04DD-4E19-BD4D-9BB06A6B8143}"/>
              </a:ext>
            </a:extLst>
          </p:cNvPr>
          <p:cNvSpPr>
            <a:spLocks xmlns:a="http://schemas.openxmlformats.org/drawingml/2006/main" noGrp="1"/>
          </p:cNvSpPr>
          <p:nvPr/>
        </p:nvSpPr>
        <p:spPr>
          <a:xfrm xmlns:a="http://schemas.openxmlformats.org/drawingml/2006/main">
            <a:off x="3905250" y="2238375"/>
            <a:ext cx="3333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UC014</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Thống kê doanh thu</a:t>
            </a:r>
          </a:p>
        </p:txBody>
      </p:sp>
      <p:sp>
        <p:nvSpPr>
          <p:cNvPr id="13" name="">
            <a:extLst xmlns:a="http://schemas.openxmlformats.org/drawingml/2006/main">
              <a:ext uri="{FF2B5EF4-FFF2-40B4-BE49-F238E27FC236}">
                <a16:creationId xmlns:a16="http://schemas.microsoft.com/office/drawing/2014/main" id="{AAFBCF04-AE77-44B7-81B4-F0A32EFEA7A0}"/>
              </a:ext>
            </a:extLst>
          </p:cNvPr>
          <p:cNvSpPr>
            <a:spLocks xmlns:a="http://schemas.openxmlformats.org/drawingml/2006/main" noGrp="1"/>
          </p:cNvSpPr>
          <p:nvPr/>
        </p:nvSpPr>
        <p:spPr>
          <a:xfrm xmlns:a="http://schemas.openxmlformats.org/drawingml/2006/main">
            <a:off x="3905250" y="6238875"/>
            <a:ext cx="3333750" cy="952500"/>
          </a:xfrm>
          <a:prstGeom xmlns:a="http://schemas.openxmlformats.org/drawingml/2006/main" prst="ellipse">
            <a:avLst/>
          </a:prstGeom>
          <a:solidFill xmlns:a="http://schemas.openxmlformats.org/drawingml/2006/main">
            <a:srgbClr val="FFFFFF"/>
          </a:solidFill>
          <a:ln xmlns:a="http://schemas.openxmlformats.org/drawingml/2006/main" w="15240">
            <a:solidFill>
              <a:srgbClr val="526A87"/>
            </a:solidFill>
          </a:ln>
        </p:spPr>
        <p:txBody>
          <a:bodyPr xmlns:a="http://schemas.openxmlformats.org/drawingml/2006/main" lIns="57150" tIns="57150" rIns="57150" bIns="57150" anchor="ctr"/>
          <a:lstStyle xmlns:a="http://schemas.openxmlformats.org/drawingml/2006/main">
            <a:defPPr algn="ctr">
              <a:defRPr sz="1800">
                <a:solidFill>
                  <a:srgbClr val="263A4B"/>
                </a:solidFill>
                <a:latin typeface="Arial"/>
                <a:ea typeface="Arial"/>
                <a:cs typeface="Arial"/>
              </a:defRPr>
            </a:defPPr>
            <a:lvl1pPr algn="ctr">
              <a:defRPr sz="1800">
                <a:solidFill>
                  <a:srgbClr val="263A4B"/>
                </a:solidFill>
                <a:latin typeface="Arial"/>
                <a:ea typeface="Arial"/>
                <a:cs typeface="Arial"/>
              </a:defRPr>
            </a:lvl1pPr>
            <a:lvl2pPr algn="ctr">
              <a:defRPr sz="1800">
                <a:solidFill>
                  <a:srgbClr val="263A4B"/>
                </a:solidFill>
                <a:latin typeface="Arial"/>
                <a:ea typeface="Arial"/>
                <a:cs typeface="Arial"/>
              </a:defRPr>
            </a:lvl2pPr>
            <a:lvl3pPr algn="ctr">
              <a:defRPr sz="1800">
                <a:solidFill>
                  <a:srgbClr val="263A4B"/>
                </a:solidFill>
                <a:latin typeface="Arial"/>
                <a:ea typeface="Arial"/>
                <a:cs typeface="Arial"/>
              </a:defRPr>
            </a:lvl3pPr>
            <a:lvl4pPr algn="ctr">
              <a:defRPr sz="1800">
                <a:solidFill>
                  <a:srgbClr val="263A4B"/>
                </a:solidFill>
                <a:latin typeface="Arial"/>
                <a:ea typeface="Arial"/>
                <a:cs typeface="Arial"/>
              </a:defRPr>
            </a:lvl4pPr>
            <a:lvl5pPr algn="ctr">
              <a:defRPr sz="1800">
                <a:solidFill>
                  <a:srgbClr val="263A4B"/>
                </a:solidFill>
                <a:latin typeface="Arial"/>
                <a:ea typeface="Arial"/>
                <a:cs typeface="Arial"/>
              </a:defRPr>
            </a:lvl5pPr>
            <a:lvl6pPr algn="ctr">
              <a:defRPr sz="1800">
                <a:solidFill>
                  <a:srgbClr val="263A4B"/>
                </a:solidFill>
                <a:latin typeface="Arial"/>
                <a:ea typeface="Arial"/>
                <a:cs typeface="Arial"/>
              </a:defRPr>
            </a:lvl6pPr>
            <a:lvl7pPr algn="ctr">
              <a:defRPr sz="1800">
                <a:solidFill>
                  <a:srgbClr val="263A4B"/>
                </a:solidFill>
                <a:latin typeface="Arial"/>
                <a:ea typeface="Arial"/>
                <a:cs typeface="Arial"/>
              </a:defRPr>
            </a:lvl7pPr>
            <a:lvl8pPr algn="ctr">
              <a:defRPr sz="1800">
                <a:solidFill>
                  <a:srgbClr val="263A4B"/>
                </a:solidFill>
                <a:latin typeface="Arial"/>
                <a:ea typeface="Arial"/>
                <a:cs typeface="Arial"/>
              </a:defRPr>
            </a:lvl8pPr>
            <a:lvl9pPr algn="ctr">
              <a:defRPr sz="1800">
                <a:solidFill>
                  <a:srgbClr val="263A4B"/>
                </a:solidFill>
                <a:latin typeface="Arial"/>
                <a:ea typeface="Arial"/>
                <a:cs typeface="Arial"/>
              </a:defRPr>
            </a:lvl9pPr>
          </a:lstStyle>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UC009</a:t>
            </a:r>
          </a:p>
          <a:p xmlns:a="http://schemas.openxmlformats.org/drawingml/2006/main">
            <a:pPr algn="ctr">
              <a:defRPr sz="1800">
                <a:solidFill>
                  <a:srgbClr val="263A4B"/>
                </a:solidFill>
                <a:latin typeface="Arial"/>
                <a:ea typeface="Arial"/>
                <a:cs typeface="Arial"/>
              </a:defRPr>
            </a:pPr>
            <a:r>
              <a:rPr sz="1800">
                <a:solidFill>
                  <a:srgbClr val="263A4B"/>
                </a:solidFill>
                <a:latin typeface="Arial"/>
                <a:ea typeface="Arial"/>
                <a:cs typeface="Arial"/>
              </a:rPr>
              <a:t>Hướng dẫn sử dụng</a:t>
            </a:r>
          </a:p>
        </p:txBody>
      </p:sp>
      <p:sp>
        <p:nvSpPr>
          <p:cNvPr id="16" name="">
            <a:extLst xmlns:a="http://schemas.openxmlformats.org/drawingml/2006/main">
              <a:ext uri="{FF2B5EF4-FFF2-40B4-BE49-F238E27FC236}">
                <a16:creationId xmlns:a16="http://schemas.microsoft.com/office/drawing/2014/main" id="{46F22810-60B4-4039-87F0-64CFE95D6568}"/>
              </a:ext>
            </a:extLst>
          </p:cNvPr>
          <p:cNvSpPr>
            <a:spLocks xmlns:a="http://schemas.openxmlformats.org/drawingml/2006/main" noGrp="1"/>
          </p:cNvSpPr>
          <p:nvPr/>
        </p:nvSpPr>
        <p:spPr>
          <a:xfrm xmlns:a="http://schemas.openxmlformats.org/drawingml/2006/main">
            <a:off x="7810500" y="2047875"/>
            <a:ext cx="3619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Chọn kỳ, xem doanh thu thực nhận, tổng đơn và tồn thấp.</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Đề xuất: doanh thu từ đơn Hoàn thành theo CompletedAt.</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Lỗi tải khác với báo cáo không có dữ liệu.</a:t>
            </a:r>
          </a:p>
        </p:txBody>
      </p:sp>
      <p:sp>
        <p:nvSpPr>
          <p:cNvPr id="17" name="">
            <a:extLst xmlns:a="http://schemas.openxmlformats.org/drawingml/2006/main">
              <a:ext uri="{FF2B5EF4-FFF2-40B4-BE49-F238E27FC236}">
                <a16:creationId xmlns:a16="http://schemas.microsoft.com/office/drawing/2014/main" id="{7A6AC19D-1A93-45A5-878D-0DD781189952}"/>
              </a:ext>
            </a:extLst>
          </p:cNvPr>
          <p:cNvSpPr>
            <a:spLocks xmlns:a="http://schemas.openxmlformats.org/drawingml/2006/main" noGrp="1"/>
          </p:cNvSpPr>
          <p:nvPr/>
        </p:nvSpPr>
        <p:spPr>
          <a:xfrm xmlns:a="http://schemas.openxmlformats.org/drawingml/2006/main">
            <a:off x="7810500" y="6048375"/>
            <a:ext cx="3619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Hướng dẫn tìm, giỏ, đặt COD, theo dõi và hủy.</a:t>
            </a:r>
          </a:p>
          <a:p xmlns:a="http://schemas.openxmlformats.org/drawingml/2006/main">
            <a:r>
              <a:t/>
            </a:r>
          </a:p>
          <a:p xmlns:a="http://schemas.openxmlformats.org/drawingml/2006/main">
            <a:pPr algn="l">
              <a:defRPr sz="1875" b="0">
                <a:solidFill>
                  <a:srgbClr val="263A4B"/>
                </a:solidFill>
                <a:latin typeface="Arial"/>
                <a:ea typeface="Arial"/>
                <a:cs typeface="Arial"/>
              </a:defRPr>
            </a:pPr>
            <a:r>
              <a:rPr sz="1875" b="0">
                <a:solidFill>
                  <a:srgbClr val="263A4B"/>
                </a:solidFill>
                <a:latin typeface="Arial"/>
                <a:ea typeface="Arial"/>
                <a:cs typeface="Arial"/>
              </a:rPr>
              <a:t>Đọc công khai; liên kết chức năng vẫn kiểm tra phiên và quyền.</a:t>
            </a:r>
          </a:p>
        </p:txBody>
      </p:sp>
    </p:spTree>
    <p:extLst>
      <p:ext uri="{BB962C8B-B14F-4D97-AF65-F5344CB8AC3E}">
        <p14:creationId xmlns:p14="http://schemas.microsoft.com/office/powerpoint/2010/main" val="11436010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82BC0BA-D5EE-45B1-AB33-84E697B383AE}"/>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User Story</a:t>
            </a:r>
          </a:p>
        </p:txBody>
      </p:sp>
      <p:sp>
        <p:nvSpPr>
          <p:cNvPr id="2" name="">
            <a:extLst xmlns:a="http://schemas.openxmlformats.org/drawingml/2006/main">
              <a:ext uri="{FF2B5EF4-FFF2-40B4-BE49-F238E27FC236}">
                <a16:creationId xmlns:a16="http://schemas.microsoft.com/office/drawing/2014/main" id="{EBBE11D8-E86C-4541-8FF1-5770FC6E9C87}"/>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6466E63A-138A-4E7D-9998-0968EB974123}"/>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C49521C9-7C0A-41E7-BCE4-011C2E6B610A}"/>
              </a:ext>
            </a:extLst>
          </p:cNvPr>
          <p:cNvSpPr>
            <a:spLocks xmlns:a="http://schemas.openxmlformats.org/drawingml/2006/main" noGrp="1"/>
          </p:cNvSpPr>
          <p:nvPr/>
        </p:nvSpPr>
        <p:spPr>
          <a:xfrm xmlns:a="http://schemas.openxmlformats.org/drawingml/2006/main">
            <a:off x="714375" y="15621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Product Catalog</a:t>
            </a:r>
          </a:p>
        </p:txBody>
      </p:sp>
      <p:sp>
        <p:nvSpPr>
          <p:cNvPr id="5" name="">
            <a:extLst xmlns:a="http://schemas.openxmlformats.org/drawingml/2006/main">
              <a:ext uri="{FF2B5EF4-FFF2-40B4-BE49-F238E27FC236}">
                <a16:creationId xmlns:a16="http://schemas.microsoft.com/office/drawing/2014/main" id="{40F094CA-D0D2-4BCC-A3CB-01D4894401DE}"/>
              </a:ext>
            </a:extLst>
          </p:cNvPr>
          <p:cNvSpPr>
            <a:spLocks xmlns:a="http://schemas.openxmlformats.org/drawingml/2006/main" noGrp="1"/>
          </p:cNvSpPr>
          <p:nvPr/>
        </p:nvSpPr>
        <p:spPr>
          <a:xfrm xmlns:a="http://schemas.openxmlformats.org/drawingml/2006/main">
            <a:off x="714375" y="1943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tìm máy tính theo tên để nhanh chóng chọn được sản phẩm cần xem.</a:t>
            </a:r>
          </a:p>
        </p:txBody>
      </p:sp>
      <p:sp>
        <p:nvSpPr>
          <p:cNvPr id="6" name="">
            <a:extLst xmlns:a="http://schemas.openxmlformats.org/drawingml/2006/main">
              <a:ext uri="{FF2B5EF4-FFF2-40B4-BE49-F238E27FC236}">
                <a16:creationId xmlns:a16="http://schemas.microsoft.com/office/drawing/2014/main" id="{4C1DD827-A085-4B3E-A6EF-A9DD1BB76AB8}"/>
              </a:ext>
            </a:extLst>
          </p:cNvPr>
          <p:cNvSpPr>
            <a:spLocks xmlns:a="http://schemas.openxmlformats.org/drawingml/2006/main" noGrp="1"/>
          </p:cNvSpPr>
          <p:nvPr/>
        </p:nvSpPr>
        <p:spPr>
          <a:xfrm xmlns:a="http://schemas.openxmlformats.org/drawingml/2006/main">
            <a:off x="1095375" y="25336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tìm tên, kết quả không phân biệt hoa/thường và dấu; gợi ý từ 2 ký tự, tối đa 5.</a:t>
            </a:r>
          </a:p>
        </p:txBody>
      </p:sp>
      <p:sp>
        <p:nvSpPr>
          <p:cNvPr id="7" name="">
            <a:extLst xmlns:a="http://schemas.openxmlformats.org/drawingml/2006/main">
              <a:ext uri="{FF2B5EF4-FFF2-40B4-BE49-F238E27FC236}">
                <a16:creationId xmlns:a16="http://schemas.microsoft.com/office/drawing/2014/main" id="{0CCD3AB2-FCD0-472E-A850-B57EEA99B322}"/>
              </a:ext>
            </a:extLst>
          </p:cNvPr>
          <p:cNvSpPr>
            <a:spLocks xmlns:a="http://schemas.openxmlformats.org/drawingml/2006/main" noGrp="1"/>
          </p:cNvSpPr>
          <p:nvPr/>
        </p:nvSpPr>
        <p:spPr>
          <a:xfrm xmlns:a="http://schemas.openxmlformats.org/drawingml/2006/main">
            <a:off x="714375" y="29241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lọc và sắp xếp danh sách máy tính để so sánh các sản phẩm phù hợp ngân sách.</a:t>
            </a:r>
          </a:p>
        </p:txBody>
      </p:sp>
      <p:sp>
        <p:nvSpPr>
          <p:cNvPr id="8" name="">
            <a:extLst xmlns:a="http://schemas.openxmlformats.org/drawingml/2006/main">
              <a:ext uri="{FF2B5EF4-FFF2-40B4-BE49-F238E27FC236}">
                <a16:creationId xmlns:a16="http://schemas.microsoft.com/office/drawing/2014/main" id="{4319F17B-08BE-4167-8311-D9DCC4C98F28}"/>
              </a:ext>
            </a:extLst>
          </p:cNvPr>
          <p:cNvSpPr>
            <a:spLocks xmlns:a="http://schemas.openxmlformats.org/drawingml/2006/main" noGrp="1"/>
          </p:cNvSpPr>
          <p:nvPr/>
        </p:nvSpPr>
        <p:spPr>
          <a:xfrm xmlns:a="http://schemas.openxmlformats.org/drawingml/2006/main">
            <a:off x="1095375" y="35147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vừa lọc vừa sắp xếp, kết quả đồng thời thỏa mọi điều kiện.</a:t>
            </a:r>
          </a:p>
        </p:txBody>
      </p:sp>
      <p:sp>
        <p:nvSpPr>
          <p:cNvPr id="9" name="">
            <a:extLst xmlns:a="http://schemas.openxmlformats.org/drawingml/2006/main">
              <a:ext uri="{FF2B5EF4-FFF2-40B4-BE49-F238E27FC236}">
                <a16:creationId xmlns:a16="http://schemas.microsoft.com/office/drawing/2014/main" id="{F3D55D77-583F-48B5-B541-955B4B1CA40A}"/>
              </a:ext>
            </a:extLst>
          </p:cNvPr>
          <p:cNvSpPr>
            <a:spLocks xmlns:a="http://schemas.openxmlformats.org/drawingml/2006/main" noGrp="1"/>
          </p:cNvSpPr>
          <p:nvPr/>
        </p:nvSpPr>
        <p:spPr>
          <a:xfrm xmlns:a="http://schemas.openxmlformats.org/drawingml/2006/main">
            <a:off x="714375" y="3905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xem chi tiết một máy tính để đánh giá cấu hình trước khi mua.</a:t>
            </a:r>
          </a:p>
        </p:txBody>
      </p:sp>
      <p:sp>
        <p:nvSpPr>
          <p:cNvPr id="10" name="">
            <a:extLst xmlns:a="http://schemas.openxmlformats.org/drawingml/2006/main">
              <a:ext uri="{FF2B5EF4-FFF2-40B4-BE49-F238E27FC236}">
                <a16:creationId xmlns:a16="http://schemas.microsoft.com/office/drawing/2014/main" id="{C9878084-DB71-4373-BF80-8A437BD5538E}"/>
              </a:ext>
            </a:extLst>
          </p:cNvPr>
          <p:cNvSpPr>
            <a:spLocks xmlns:a="http://schemas.openxmlformats.org/drawingml/2006/main" noGrp="1"/>
          </p:cNvSpPr>
          <p:nvPr/>
        </p:nvSpPr>
        <p:spPr>
          <a:xfrm xmlns:a="http://schemas.openxmlformats.org/drawingml/2006/main">
            <a:off x="1095375" y="449580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mở chi tiết, hiển thị cấu hình, giá và tồn; máy hết hàng không cho đặt.</a:t>
            </a:r>
          </a:p>
        </p:txBody>
      </p:sp>
      <p:sp>
        <p:nvSpPr>
          <p:cNvPr id="11" name="">
            <a:extLst xmlns:a="http://schemas.openxmlformats.org/drawingml/2006/main">
              <a:ext uri="{FF2B5EF4-FFF2-40B4-BE49-F238E27FC236}">
                <a16:creationId xmlns:a16="http://schemas.microsoft.com/office/drawing/2014/main" id="{44C36EAE-8D7F-4EA7-9D9C-FAF8ED66F168}"/>
              </a:ext>
            </a:extLst>
          </p:cNvPr>
          <p:cNvSpPr>
            <a:spLocks xmlns:a="http://schemas.openxmlformats.org/drawingml/2006/main" noGrp="1"/>
          </p:cNvSpPr>
          <p:nvPr/>
        </p:nvSpPr>
        <p:spPr>
          <a:xfrm xmlns:a="http://schemas.openxmlformats.org/drawingml/2006/main">
            <a:off x="714375" y="48863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Inventory</a:t>
            </a:r>
          </a:p>
        </p:txBody>
      </p:sp>
      <p:sp>
        <p:nvSpPr>
          <p:cNvPr id="12" name="">
            <a:extLst xmlns:a="http://schemas.openxmlformats.org/drawingml/2006/main">
              <a:ext uri="{FF2B5EF4-FFF2-40B4-BE49-F238E27FC236}">
                <a16:creationId xmlns:a16="http://schemas.microsoft.com/office/drawing/2014/main" id="{2157C9B4-AC1E-4600-BF40-47B7065141B0}"/>
              </a:ext>
            </a:extLst>
          </p:cNvPr>
          <p:cNvSpPr>
            <a:spLocks xmlns:a="http://schemas.openxmlformats.org/drawingml/2006/main" noGrp="1"/>
          </p:cNvSpPr>
          <p:nvPr/>
        </p:nvSpPr>
        <p:spPr>
          <a:xfrm xmlns:a="http://schemas.openxmlformats.org/drawingml/2006/main">
            <a:off x="714375" y="52673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thêm máy tính mới vào danh mục để đưa sản phẩm hợp lệ lên bán.</a:t>
            </a:r>
          </a:p>
        </p:txBody>
      </p:sp>
      <p:sp>
        <p:nvSpPr>
          <p:cNvPr id="13" name="">
            <a:extLst xmlns:a="http://schemas.openxmlformats.org/drawingml/2006/main">
              <a:ext uri="{FF2B5EF4-FFF2-40B4-BE49-F238E27FC236}">
                <a16:creationId xmlns:a16="http://schemas.microsoft.com/office/drawing/2014/main" id="{2F8C42D6-618C-4393-B9D3-1656ED784E68}"/>
              </a:ext>
            </a:extLst>
          </p:cNvPr>
          <p:cNvSpPr>
            <a:spLocks xmlns:a="http://schemas.openxmlformats.org/drawingml/2006/main" noGrp="1"/>
          </p:cNvSpPr>
          <p:nvPr/>
        </p:nvSpPr>
        <p:spPr>
          <a:xfrm xmlns:a="http://schemas.openxmlformats.org/drawingml/2006/main">
            <a:off x="1095375"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tên/danh mục thiếu hoặc giá/tồn âm, hệ thống không lưu và chỉ rõ lỗi.</a:t>
            </a:r>
          </a:p>
        </p:txBody>
      </p:sp>
      <p:sp>
        <p:nvSpPr>
          <p:cNvPr id="14" name="">
            <a:extLst xmlns:a="http://schemas.openxmlformats.org/drawingml/2006/main">
              <a:ext uri="{FF2B5EF4-FFF2-40B4-BE49-F238E27FC236}">
                <a16:creationId xmlns:a16="http://schemas.microsoft.com/office/drawing/2014/main" id="{FF6AF22D-E576-4B4B-9703-9C9AD24BC193}"/>
              </a:ext>
            </a:extLst>
          </p:cNvPr>
          <p:cNvSpPr>
            <a:spLocks xmlns:a="http://schemas.openxmlformats.org/drawingml/2006/main" noGrp="1"/>
          </p:cNvSpPr>
          <p:nvPr/>
        </p:nvSpPr>
        <p:spPr>
          <a:xfrm xmlns:a="http://schemas.openxmlformats.org/drawingml/2006/main">
            <a:off x="714375" y="62484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sửa thông tin và giá bán của máy tính để cập nhật sản phẩm đang kinh doanh.</a:t>
            </a:r>
          </a:p>
        </p:txBody>
      </p:sp>
      <p:sp>
        <p:nvSpPr>
          <p:cNvPr id="15" name="">
            <a:extLst xmlns:a="http://schemas.openxmlformats.org/drawingml/2006/main">
              <a:ext uri="{FF2B5EF4-FFF2-40B4-BE49-F238E27FC236}">
                <a16:creationId xmlns:a16="http://schemas.microsoft.com/office/drawing/2014/main" id="{3975B2BB-39D3-449E-969D-8FAA6187B372}"/>
              </a:ext>
            </a:extLst>
          </p:cNvPr>
          <p:cNvSpPr>
            <a:spLocks xmlns:a="http://schemas.openxmlformats.org/drawingml/2006/main" noGrp="1"/>
          </p:cNvSpPr>
          <p:nvPr/>
        </p:nvSpPr>
        <p:spPr>
          <a:xfrm xmlns:a="http://schemas.openxmlformats.org/drawingml/2006/main">
            <a:off x="1095375" y="68389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lưu giá mới, đơn hàng cũ vẫn giữ giá lúc mua.</a:t>
            </a:r>
          </a:p>
        </p:txBody>
      </p:sp>
      <p:sp>
        <p:nvSpPr>
          <p:cNvPr id="16" name="">
            <a:extLst xmlns:a="http://schemas.openxmlformats.org/drawingml/2006/main">
              <a:ext uri="{FF2B5EF4-FFF2-40B4-BE49-F238E27FC236}">
                <a16:creationId xmlns:a16="http://schemas.microsoft.com/office/drawing/2014/main" id="{0C91DD69-D288-4F9F-9C7B-9C8021DF1667}"/>
              </a:ext>
            </a:extLst>
          </p:cNvPr>
          <p:cNvSpPr>
            <a:spLocks xmlns:a="http://schemas.openxmlformats.org/drawingml/2006/main" noGrp="1"/>
          </p:cNvSpPr>
          <p:nvPr/>
        </p:nvSpPr>
        <p:spPr>
          <a:xfrm xmlns:a="http://schemas.openxmlformats.org/drawingml/2006/main">
            <a:off x="714375" y="72294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điều chỉnh tồn và xóa sản phẩm đủ điều kiện để duy trì danh mục và số lượng chính xác.</a:t>
            </a:r>
          </a:p>
        </p:txBody>
      </p:sp>
      <p:sp>
        <p:nvSpPr>
          <p:cNvPr id="17" name="">
            <a:extLst xmlns:a="http://schemas.openxmlformats.org/drawingml/2006/main">
              <a:ext uri="{FF2B5EF4-FFF2-40B4-BE49-F238E27FC236}">
                <a16:creationId xmlns:a16="http://schemas.microsoft.com/office/drawing/2014/main" id="{CBA34819-13AF-46E9-8BDE-61A1E28C01BF}"/>
              </a:ext>
            </a:extLst>
          </p:cNvPr>
          <p:cNvSpPr>
            <a:spLocks xmlns:a="http://schemas.openxmlformats.org/drawingml/2006/main" noGrp="1"/>
          </p:cNvSpPr>
          <p:nvPr/>
        </p:nvSpPr>
        <p:spPr>
          <a:xfrm xmlns:a="http://schemas.openxmlformats.org/drawingml/2006/main">
            <a:off x="1095375" y="78200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máy đã có trong đơn, hệ thống không cho xóa để giữ lịch sử.</a:t>
            </a:r>
          </a:p>
        </p:txBody>
      </p:sp>
    </p:spTree>
    <p:extLst>
      <p:ext uri="{BB962C8B-B14F-4D97-AF65-F5344CB8AC3E}">
        <p14:creationId xmlns:p14="http://schemas.microsoft.com/office/powerpoint/2010/main" val="7966240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5660EF-9AA1-4849-AB31-53825D409F29}"/>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User Story</a:t>
            </a:r>
          </a:p>
        </p:txBody>
      </p:sp>
      <p:sp>
        <p:nvSpPr>
          <p:cNvPr id="2" name="">
            <a:extLst xmlns:a="http://schemas.openxmlformats.org/drawingml/2006/main">
              <a:ext uri="{FF2B5EF4-FFF2-40B4-BE49-F238E27FC236}">
                <a16:creationId xmlns:a16="http://schemas.microsoft.com/office/drawing/2014/main" id="{90AED72F-1943-4E8F-B925-7C34CB696FAD}"/>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6BC24354-C0C4-4684-96CE-6D335D63BCB7}"/>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F7734B43-800C-485E-9C3F-76320A68A261}"/>
              </a:ext>
            </a:extLst>
          </p:cNvPr>
          <p:cNvSpPr>
            <a:spLocks xmlns:a="http://schemas.openxmlformats.org/drawingml/2006/main" noGrp="1"/>
          </p:cNvSpPr>
          <p:nvPr/>
        </p:nvSpPr>
        <p:spPr>
          <a:xfrm xmlns:a="http://schemas.openxmlformats.org/drawingml/2006/main">
            <a:off x="714375" y="15621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Shopping Cart and Checkout</a:t>
            </a:r>
          </a:p>
        </p:txBody>
      </p:sp>
      <p:sp>
        <p:nvSpPr>
          <p:cNvPr id="5" name="">
            <a:extLst xmlns:a="http://schemas.openxmlformats.org/drawingml/2006/main">
              <a:ext uri="{FF2B5EF4-FFF2-40B4-BE49-F238E27FC236}">
                <a16:creationId xmlns:a16="http://schemas.microsoft.com/office/drawing/2014/main" id="{BF62EEEA-ACB1-4A99-A449-C35489152695}"/>
              </a:ext>
            </a:extLst>
          </p:cNvPr>
          <p:cNvSpPr>
            <a:spLocks xmlns:a="http://schemas.openxmlformats.org/drawingml/2006/main" noGrp="1"/>
          </p:cNvSpPr>
          <p:nvPr/>
        </p:nvSpPr>
        <p:spPr>
          <a:xfrm xmlns:a="http://schemas.openxmlformats.org/drawingml/2006/main">
            <a:off x="714375" y="1943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thêm, sửa số lượng và bỏ sản phẩm trong giỏ để chuẩn bị danh sách hàng cần mua.</a:t>
            </a:r>
          </a:p>
        </p:txBody>
      </p:sp>
      <p:sp>
        <p:nvSpPr>
          <p:cNvPr id="6" name="">
            <a:extLst xmlns:a="http://schemas.openxmlformats.org/drawingml/2006/main">
              <a:ext uri="{FF2B5EF4-FFF2-40B4-BE49-F238E27FC236}">
                <a16:creationId xmlns:a16="http://schemas.microsoft.com/office/drawing/2014/main" id="{E3459EC8-F73D-463A-98C6-A7DF07BCF13B}"/>
              </a:ext>
            </a:extLst>
          </p:cNvPr>
          <p:cNvSpPr>
            <a:spLocks xmlns:a="http://schemas.openxmlformats.org/drawingml/2006/main" noGrp="1"/>
          </p:cNvSpPr>
          <p:nvPr/>
        </p:nvSpPr>
        <p:spPr>
          <a:xfrm xmlns:a="http://schemas.openxmlformats.org/drawingml/2006/main">
            <a:off x="1095375" y="25336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sửa hoặc xóa dòng hàng, tổng giỏ được tính lại; giỏ rỗng không cho đặt.</a:t>
            </a:r>
          </a:p>
        </p:txBody>
      </p:sp>
      <p:sp>
        <p:nvSpPr>
          <p:cNvPr id="7" name="">
            <a:extLst xmlns:a="http://schemas.openxmlformats.org/drawingml/2006/main">
              <a:ext uri="{FF2B5EF4-FFF2-40B4-BE49-F238E27FC236}">
                <a16:creationId xmlns:a16="http://schemas.microsoft.com/office/drawing/2014/main" id="{FD4341E5-ADEA-47A2-9747-56DA3B14298E}"/>
              </a:ext>
            </a:extLst>
          </p:cNvPr>
          <p:cNvSpPr>
            <a:spLocks xmlns:a="http://schemas.openxmlformats.org/drawingml/2006/main" noGrp="1"/>
          </p:cNvSpPr>
          <p:nvPr/>
        </p:nvSpPr>
        <p:spPr>
          <a:xfrm xmlns:a="http://schemas.openxmlformats.org/drawingml/2006/main">
            <a:off x="714375" y="3124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nhập thông tin nhận hàng và chọn COD để cửa hàng giao hàng đúng người nhận.</a:t>
            </a:r>
          </a:p>
        </p:txBody>
      </p:sp>
      <p:sp>
        <p:nvSpPr>
          <p:cNvPr id="8" name="">
            <a:extLst xmlns:a="http://schemas.openxmlformats.org/drawingml/2006/main">
              <a:ext uri="{FF2B5EF4-FFF2-40B4-BE49-F238E27FC236}">
                <a16:creationId xmlns:a16="http://schemas.microsoft.com/office/drawing/2014/main" id="{858E9CA7-202A-436F-8E46-2511682F3E1A}"/>
              </a:ext>
            </a:extLst>
          </p:cNvPr>
          <p:cNvSpPr>
            <a:spLocks xmlns:a="http://schemas.openxmlformats.org/drawingml/2006/main" noGrp="1"/>
          </p:cNvSpPr>
          <p:nvPr/>
        </p:nvSpPr>
        <p:spPr>
          <a:xfrm xmlns:a="http://schemas.openxmlformats.org/drawingml/2006/main">
            <a:off x="1095375" y="37147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thiếu tên, điện thoại 10 chữ số hoặc địa chỉ, hệ thống chỉ rõ lỗi.</a:t>
            </a:r>
          </a:p>
        </p:txBody>
      </p:sp>
      <p:sp>
        <p:nvSpPr>
          <p:cNvPr id="9" name="">
            <a:extLst xmlns:a="http://schemas.openxmlformats.org/drawingml/2006/main">
              <a:ext uri="{FF2B5EF4-FFF2-40B4-BE49-F238E27FC236}">
                <a16:creationId xmlns:a16="http://schemas.microsoft.com/office/drawing/2014/main" id="{F38B81D6-144D-47A3-A17D-F8355E934360}"/>
              </a:ext>
            </a:extLst>
          </p:cNvPr>
          <p:cNvSpPr>
            <a:spLocks xmlns:a="http://schemas.openxmlformats.org/drawingml/2006/main" noGrp="1"/>
          </p:cNvSpPr>
          <p:nvPr/>
        </p:nvSpPr>
        <p:spPr>
          <a:xfrm xmlns:a="http://schemas.openxmlformats.org/drawingml/2006/main">
            <a:off x="714375" y="43053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xác nhận đặt hàng và nhận mã đơn để biết giao dịch mua đã được ghi nhận.</a:t>
            </a:r>
          </a:p>
        </p:txBody>
      </p:sp>
      <p:sp>
        <p:nvSpPr>
          <p:cNvPr id="10" name="">
            <a:extLst xmlns:a="http://schemas.openxmlformats.org/drawingml/2006/main">
              <a:ext uri="{FF2B5EF4-FFF2-40B4-BE49-F238E27FC236}">
                <a16:creationId xmlns:a16="http://schemas.microsoft.com/office/drawing/2014/main" id="{283BD9A3-C7EE-45DE-8A82-2A73A8FD6C97}"/>
              </a:ext>
            </a:extLst>
          </p:cNvPr>
          <p:cNvSpPr>
            <a:spLocks xmlns:a="http://schemas.openxmlformats.org/drawingml/2006/main" noGrp="1"/>
          </p:cNvSpPr>
          <p:nvPr/>
        </p:nvSpPr>
        <p:spPr>
          <a:xfrm xmlns:a="http://schemas.openxmlformats.org/drawingml/2006/main">
            <a:off x="1095375" y="48958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lưu thành công, tạo đơn và trừ kho cùng lúc; có lỗi thì giữ nguyên giỏ và kho.</a:t>
            </a:r>
          </a:p>
        </p:txBody>
      </p:sp>
      <p:sp>
        <p:nvSpPr>
          <p:cNvPr id="11" name="">
            <a:extLst xmlns:a="http://schemas.openxmlformats.org/drawingml/2006/main">
              <a:ext uri="{FF2B5EF4-FFF2-40B4-BE49-F238E27FC236}">
                <a16:creationId xmlns:a16="http://schemas.microsoft.com/office/drawing/2014/main" id="{8CD25573-E26E-4175-9DB3-0AE7D8F7C7CE}"/>
              </a:ext>
            </a:extLst>
          </p:cNvPr>
          <p:cNvSpPr>
            <a:spLocks xmlns:a="http://schemas.openxmlformats.org/drawingml/2006/main" noGrp="1"/>
          </p:cNvSpPr>
          <p:nvPr/>
        </p:nvSpPr>
        <p:spPr>
          <a:xfrm xmlns:a="http://schemas.openxmlformats.org/drawingml/2006/main">
            <a:off x="714375" y="54864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tôi muốn đặt hàng mà không cần tạo tài khoản để hoàn tất mua bằng thông tin người nhận.</a:t>
            </a:r>
          </a:p>
        </p:txBody>
      </p:sp>
      <p:sp>
        <p:nvSpPr>
          <p:cNvPr id="12" name="">
            <a:extLst xmlns:a="http://schemas.openxmlformats.org/drawingml/2006/main">
              <a:ext uri="{FF2B5EF4-FFF2-40B4-BE49-F238E27FC236}">
                <a16:creationId xmlns:a16="http://schemas.microsoft.com/office/drawing/2014/main" id="{30675457-9019-47F2-95DB-BCFD21679112}"/>
              </a:ext>
            </a:extLst>
          </p:cNvPr>
          <p:cNvSpPr>
            <a:spLocks xmlns:a="http://schemas.openxmlformats.org/drawingml/2006/main" noGrp="1"/>
          </p:cNvSpPr>
          <p:nvPr/>
        </p:nvSpPr>
        <p:spPr>
          <a:xfrm xmlns:a="http://schemas.openxmlformats.org/drawingml/2006/main">
            <a:off x="1095375" y="60769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mua không đăng nhập, khách vẫn nhận mã đơn và xác nhận sau khi đặt.</a:t>
            </a:r>
          </a:p>
        </p:txBody>
      </p:sp>
      <p:sp>
        <p:nvSpPr>
          <p:cNvPr id="13" name="">
            <a:extLst xmlns:a="http://schemas.openxmlformats.org/drawingml/2006/main">
              <a:ext uri="{FF2B5EF4-FFF2-40B4-BE49-F238E27FC236}">
                <a16:creationId xmlns:a16="http://schemas.microsoft.com/office/drawing/2014/main" id="{F11A162A-BC33-4D95-90E8-6F2DA64851C5}"/>
              </a:ext>
            </a:extLst>
          </p:cNvPr>
          <p:cNvSpPr>
            <a:spLocks xmlns:a="http://schemas.openxmlformats.org/drawingml/2006/main" noGrp="1"/>
          </p:cNvSpPr>
          <p:nvPr/>
        </p:nvSpPr>
        <p:spPr>
          <a:xfrm xmlns:a="http://schemas.openxmlformats.org/drawingml/2006/main">
            <a:off x="714375" y="66675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nhận một kết quả đặt hàng chính xác khi gửi lại để tránh đơn trùng và mua vượt số hàng còn lại.</a:t>
            </a:r>
          </a:p>
        </p:txBody>
      </p:sp>
      <p:sp>
        <p:nvSpPr>
          <p:cNvPr id="14" name="">
            <a:extLst xmlns:a="http://schemas.openxmlformats.org/drawingml/2006/main">
              <a:ext uri="{FF2B5EF4-FFF2-40B4-BE49-F238E27FC236}">
                <a16:creationId xmlns:a16="http://schemas.microsoft.com/office/drawing/2014/main" id="{77085639-1D3D-48AD-B307-89FFCB201B25}"/>
              </a:ext>
            </a:extLst>
          </p:cNvPr>
          <p:cNvSpPr>
            <a:spLocks xmlns:a="http://schemas.openxmlformats.org/drawingml/2006/main" noGrp="1"/>
          </p:cNvSpPr>
          <p:nvPr/>
        </p:nvSpPr>
        <p:spPr>
          <a:xfrm xmlns:a="http://schemas.openxmlformats.org/drawingml/2006/main">
            <a:off x="1095375" y="72580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gửi lại cùng lần đặt, không tạo trùng; hai khách mua máy cuối chỉ một đơn được nhận.</a:t>
            </a:r>
          </a:p>
        </p:txBody>
      </p:sp>
    </p:spTree>
    <p:extLst>
      <p:ext uri="{BB962C8B-B14F-4D97-AF65-F5344CB8AC3E}">
        <p14:creationId xmlns:p14="http://schemas.microsoft.com/office/powerpoint/2010/main" val="3707399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517CCF3-059F-43EC-9659-4D6EC8019046}"/>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User Story</a:t>
            </a:r>
          </a:p>
        </p:txBody>
      </p:sp>
      <p:sp>
        <p:nvSpPr>
          <p:cNvPr id="2" name="">
            <a:extLst xmlns:a="http://schemas.openxmlformats.org/drawingml/2006/main">
              <a:ext uri="{FF2B5EF4-FFF2-40B4-BE49-F238E27FC236}">
                <a16:creationId xmlns:a16="http://schemas.microsoft.com/office/drawing/2014/main" id="{0552AD36-D8BF-4F76-BA17-75837A980FFF}"/>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5269EC1D-932C-4B88-9810-F8163CF6A68D}"/>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30EDE4A7-B7DA-4E72-A88A-43BF736BD2D1}"/>
              </a:ext>
            </a:extLst>
          </p:cNvPr>
          <p:cNvSpPr>
            <a:spLocks xmlns:a="http://schemas.openxmlformats.org/drawingml/2006/main" noGrp="1"/>
          </p:cNvSpPr>
          <p:nvPr/>
        </p:nvSpPr>
        <p:spPr>
          <a:xfrm xmlns:a="http://schemas.openxmlformats.org/drawingml/2006/main">
            <a:off x="714375" y="15621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Order Processing</a:t>
            </a:r>
          </a:p>
        </p:txBody>
      </p:sp>
      <p:sp>
        <p:nvSpPr>
          <p:cNvPr id="5" name="">
            <a:extLst xmlns:a="http://schemas.openxmlformats.org/drawingml/2006/main">
              <a:ext uri="{FF2B5EF4-FFF2-40B4-BE49-F238E27FC236}">
                <a16:creationId xmlns:a16="http://schemas.microsoft.com/office/drawing/2014/main" id="{BCF02A4B-BA86-45FC-8137-1C0E90ABEE06}"/>
              </a:ext>
            </a:extLst>
          </p:cNvPr>
          <p:cNvSpPr>
            <a:spLocks xmlns:a="http://schemas.openxmlformats.org/drawingml/2006/main" noGrp="1"/>
          </p:cNvSpPr>
          <p:nvPr/>
        </p:nvSpPr>
        <p:spPr>
          <a:xfrm xmlns:a="http://schemas.openxmlformats.org/drawingml/2006/main">
            <a:off x="714375" y="1943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Customer, tôi muốn xem tình trạng và lịch sử đơn của mình để theo dõi tiến độ và tra cứu lần mua trước.</a:t>
            </a:r>
          </a:p>
        </p:txBody>
      </p:sp>
      <p:sp>
        <p:nvSpPr>
          <p:cNvPr id="6" name="">
            <a:extLst xmlns:a="http://schemas.openxmlformats.org/drawingml/2006/main">
              <a:ext uri="{FF2B5EF4-FFF2-40B4-BE49-F238E27FC236}">
                <a16:creationId xmlns:a16="http://schemas.microsoft.com/office/drawing/2014/main" id="{4E88DC88-FFE3-498C-9079-1EBDC55FAF8A}"/>
              </a:ext>
            </a:extLst>
          </p:cNvPr>
          <p:cNvSpPr>
            <a:spLocks xmlns:a="http://schemas.openxmlformats.org/drawingml/2006/main" noGrp="1"/>
          </p:cNvSpPr>
          <p:nvPr/>
        </p:nvSpPr>
        <p:spPr>
          <a:xfrm xmlns:a="http://schemas.openxmlformats.org/drawingml/2006/main">
            <a:off x="1095375" y="25336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mở lịch sử, chỉ hiện đơn của mình với trạng thái và đơn giá lúc mua.</a:t>
            </a:r>
          </a:p>
        </p:txBody>
      </p:sp>
      <p:sp>
        <p:nvSpPr>
          <p:cNvPr id="7" name="">
            <a:extLst xmlns:a="http://schemas.openxmlformats.org/drawingml/2006/main">
              <a:ext uri="{FF2B5EF4-FFF2-40B4-BE49-F238E27FC236}">
                <a16:creationId xmlns:a16="http://schemas.microsoft.com/office/drawing/2014/main" id="{664691BB-8634-4669-991A-6DF75DC29380}"/>
              </a:ext>
            </a:extLst>
          </p:cNvPr>
          <p:cNvSpPr>
            <a:spLocks xmlns:a="http://schemas.openxmlformats.org/drawingml/2006/main" noGrp="1"/>
          </p:cNvSpPr>
          <p:nvPr/>
        </p:nvSpPr>
        <p:spPr>
          <a:xfrm xmlns:a="http://schemas.openxmlformats.org/drawingml/2006/main">
            <a:off x="714375" y="3124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Customer, tôi muốn hủy đơn của mình khi còn đủ điều kiện để dừng một giao dịch không còn nhu cầu.</a:t>
            </a:r>
          </a:p>
        </p:txBody>
      </p:sp>
      <p:sp>
        <p:nvSpPr>
          <p:cNvPr id="8" name="">
            <a:extLst xmlns:a="http://schemas.openxmlformats.org/drawingml/2006/main">
              <a:ext uri="{FF2B5EF4-FFF2-40B4-BE49-F238E27FC236}">
                <a16:creationId xmlns:a16="http://schemas.microsoft.com/office/drawing/2014/main" id="{E6D0781A-A612-43F7-9CA8-7B667AB67E0A}"/>
              </a:ext>
            </a:extLst>
          </p:cNvPr>
          <p:cNvSpPr>
            <a:spLocks xmlns:a="http://schemas.openxmlformats.org/drawingml/2006/main" noGrp="1"/>
          </p:cNvSpPr>
          <p:nvPr/>
        </p:nvSpPr>
        <p:spPr>
          <a:xfrm xmlns:a="http://schemas.openxmlformats.org/drawingml/2006/main">
            <a:off x="1095375" y="37147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hủy đơn Chờ xử lý/Đã duyệt, hoàn kho một lần theo chính sách đề xuất.</a:t>
            </a:r>
          </a:p>
        </p:txBody>
      </p:sp>
      <p:sp>
        <p:nvSpPr>
          <p:cNvPr id="9" name="">
            <a:extLst xmlns:a="http://schemas.openxmlformats.org/drawingml/2006/main">
              <a:ext uri="{FF2B5EF4-FFF2-40B4-BE49-F238E27FC236}">
                <a16:creationId xmlns:a16="http://schemas.microsoft.com/office/drawing/2014/main" id="{45222082-6855-4DF6-8A86-9AC01A75ED35}"/>
              </a:ext>
            </a:extLst>
          </p:cNvPr>
          <p:cNvSpPr>
            <a:spLocks xmlns:a="http://schemas.openxmlformats.org/drawingml/2006/main" noGrp="1"/>
          </p:cNvSpPr>
          <p:nvPr/>
        </p:nvSpPr>
        <p:spPr>
          <a:xfrm xmlns:a="http://schemas.openxmlformats.org/drawingml/2006/main">
            <a:off x="714375" y="43053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hủy một đơn còn đủ điều kiện để xử lý yêu cầu hủy và giữ đúng số lượng hàng.</a:t>
            </a:r>
          </a:p>
        </p:txBody>
      </p:sp>
      <p:sp>
        <p:nvSpPr>
          <p:cNvPr id="10" name="">
            <a:extLst xmlns:a="http://schemas.openxmlformats.org/drawingml/2006/main">
              <a:ext uri="{FF2B5EF4-FFF2-40B4-BE49-F238E27FC236}">
                <a16:creationId xmlns:a16="http://schemas.microsoft.com/office/drawing/2014/main" id="{04EE0672-9BE4-42BE-AFA3-F1D15E77377A}"/>
              </a:ext>
            </a:extLst>
          </p:cNvPr>
          <p:cNvSpPr>
            <a:spLocks xmlns:a="http://schemas.openxmlformats.org/drawingml/2006/main" noGrp="1"/>
          </p:cNvSpPr>
          <p:nvPr/>
        </p:nvSpPr>
        <p:spPr>
          <a:xfrm xmlns:a="http://schemas.openxmlformats.org/drawingml/2006/main">
            <a:off x="1095375" y="48958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đơn không còn được hủy, hệ thống từ chối và không cộng kho thêm.</a:t>
            </a:r>
          </a:p>
        </p:txBody>
      </p:sp>
      <p:sp>
        <p:nvSpPr>
          <p:cNvPr id="11" name="">
            <a:extLst xmlns:a="http://schemas.openxmlformats.org/drawingml/2006/main">
              <a:ext uri="{FF2B5EF4-FFF2-40B4-BE49-F238E27FC236}">
                <a16:creationId xmlns:a16="http://schemas.microsoft.com/office/drawing/2014/main" id="{60B1F8FB-272D-42C2-89A5-060FB01D7EA7}"/>
              </a:ext>
            </a:extLst>
          </p:cNvPr>
          <p:cNvSpPr>
            <a:spLocks xmlns:a="http://schemas.openxmlformats.org/drawingml/2006/main" noGrp="1"/>
          </p:cNvSpPr>
          <p:nvPr/>
        </p:nvSpPr>
        <p:spPr>
          <a:xfrm xmlns:a="http://schemas.openxmlformats.org/drawingml/2006/main">
            <a:off x="714375" y="54864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duyệt và cập nhật tiến độ đơn hàng để tổ chức giao hàng đúng quy trình.</a:t>
            </a:r>
          </a:p>
        </p:txBody>
      </p:sp>
      <p:sp>
        <p:nvSpPr>
          <p:cNvPr id="12" name="">
            <a:extLst xmlns:a="http://schemas.openxmlformats.org/drawingml/2006/main">
              <a:ext uri="{FF2B5EF4-FFF2-40B4-BE49-F238E27FC236}">
                <a16:creationId xmlns:a16="http://schemas.microsoft.com/office/drawing/2014/main" id="{9BDDA07F-4F51-4B1B-8965-EACA808C19E2}"/>
              </a:ext>
            </a:extLst>
          </p:cNvPr>
          <p:cNvSpPr>
            <a:spLocks xmlns:a="http://schemas.openxmlformats.org/drawingml/2006/main" noGrp="1"/>
          </p:cNvSpPr>
          <p:nvPr/>
        </p:nvSpPr>
        <p:spPr>
          <a:xfrm xmlns:a="http://schemas.openxmlformats.org/drawingml/2006/main">
            <a:off x="1095375" y="60769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duyệt và giao, đơn đi đúng thứ tự trạng thái và không trừ kho lần nữa.</a:t>
            </a:r>
          </a:p>
        </p:txBody>
      </p:sp>
      <p:sp>
        <p:nvSpPr>
          <p:cNvPr id="13" name="">
            <a:extLst xmlns:a="http://schemas.openxmlformats.org/drawingml/2006/main">
              <a:ext uri="{FF2B5EF4-FFF2-40B4-BE49-F238E27FC236}">
                <a16:creationId xmlns:a16="http://schemas.microsoft.com/office/drawing/2014/main" id="{93F55E53-7114-4BE2-9486-22ED2EE59E6F}"/>
              </a:ext>
            </a:extLst>
          </p:cNvPr>
          <p:cNvSpPr>
            <a:spLocks xmlns:a="http://schemas.openxmlformats.org/drawingml/2006/main" noGrp="1"/>
          </p:cNvSpPr>
          <p:nvPr/>
        </p:nvSpPr>
        <p:spPr>
          <a:xfrm xmlns:a="http://schemas.openxmlformats.org/drawingml/2006/main">
            <a:off x="714375" y="66675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nhận kết quả xử lý theo trạng thái đơn mới nhất để tránh một đơn vừa hủy vừa được giao.</a:t>
            </a:r>
          </a:p>
        </p:txBody>
      </p:sp>
      <p:sp>
        <p:nvSpPr>
          <p:cNvPr id="14" name="">
            <a:extLst xmlns:a="http://schemas.openxmlformats.org/drawingml/2006/main">
              <a:ext uri="{FF2B5EF4-FFF2-40B4-BE49-F238E27FC236}">
                <a16:creationId xmlns:a16="http://schemas.microsoft.com/office/drawing/2014/main" id="{79941D4A-D7E4-4E74-AF07-64B70E19D04D}"/>
              </a:ext>
            </a:extLst>
          </p:cNvPr>
          <p:cNvSpPr>
            <a:spLocks xmlns:a="http://schemas.openxmlformats.org/drawingml/2006/main" noGrp="1"/>
          </p:cNvSpPr>
          <p:nvPr/>
        </p:nvSpPr>
        <p:spPr>
          <a:xfrm xmlns:a="http://schemas.openxmlformats.org/drawingml/2006/main">
            <a:off x="1095375" y="72580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hủy và chuyển giao cùng lúc, chỉ một cập nhật hợp lệ được ghi nhận.</a:t>
            </a:r>
          </a:p>
        </p:txBody>
      </p:sp>
    </p:spTree>
    <p:extLst>
      <p:ext uri="{BB962C8B-B14F-4D97-AF65-F5344CB8AC3E}">
        <p14:creationId xmlns:p14="http://schemas.microsoft.com/office/powerpoint/2010/main" val="16785046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B59C025-2E7A-4D3E-AC9A-1191E02C31CF}"/>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User Story</a:t>
            </a:r>
          </a:p>
        </p:txBody>
      </p:sp>
      <p:sp>
        <p:nvSpPr>
          <p:cNvPr id="2" name="">
            <a:extLst xmlns:a="http://schemas.openxmlformats.org/drawingml/2006/main">
              <a:ext uri="{FF2B5EF4-FFF2-40B4-BE49-F238E27FC236}">
                <a16:creationId xmlns:a16="http://schemas.microsoft.com/office/drawing/2014/main" id="{E5985E42-D564-4FE5-8143-B7B9EC0747E8}"/>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9CC1529A-2BDF-4630-B414-40B71791BDD6}"/>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CFE67E07-D57C-491A-9C50-337F7A0DB6CA}"/>
              </a:ext>
            </a:extLst>
          </p:cNvPr>
          <p:cNvSpPr>
            <a:spLocks xmlns:a="http://schemas.openxmlformats.org/drawingml/2006/main" noGrp="1"/>
          </p:cNvSpPr>
          <p:nvPr/>
        </p:nvSpPr>
        <p:spPr>
          <a:xfrm xmlns:a="http://schemas.openxmlformats.org/drawingml/2006/main">
            <a:off x="714375" y="15621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Access Control</a:t>
            </a:r>
          </a:p>
        </p:txBody>
      </p:sp>
      <p:sp>
        <p:nvSpPr>
          <p:cNvPr id="5" name="">
            <a:extLst xmlns:a="http://schemas.openxmlformats.org/drawingml/2006/main">
              <a:ext uri="{FF2B5EF4-FFF2-40B4-BE49-F238E27FC236}">
                <a16:creationId xmlns:a16="http://schemas.microsoft.com/office/drawing/2014/main" id="{8EC40AF5-15B6-47B9-B60E-193F7D0A5D96}"/>
              </a:ext>
            </a:extLst>
          </p:cNvPr>
          <p:cNvSpPr>
            <a:spLocks xmlns:a="http://schemas.openxmlformats.org/drawingml/2006/main" noGrp="1"/>
          </p:cNvSpPr>
          <p:nvPr/>
        </p:nvSpPr>
        <p:spPr>
          <a:xfrm xmlns:a="http://schemas.openxmlformats.org/drawingml/2006/main">
            <a:off x="714375" y="1943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tôi muốn đăng ký tài khoản Customer để quản lý các đơn hàng gắn với tài khoản.</a:t>
            </a:r>
          </a:p>
        </p:txBody>
      </p:sp>
      <p:sp>
        <p:nvSpPr>
          <p:cNvPr id="6" name="">
            <a:extLst xmlns:a="http://schemas.openxmlformats.org/drawingml/2006/main">
              <a:ext uri="{FF2B5EF4-FFF2-40B4-BE49-F238E27FC236}">
                <a16:creationId xmlns:a16="http://schemas.microsoft.com/office/drawing/2014/main" id="{72EABFA5-CC6B-485C-8FF2-D128D0C4D98D}"/>
              </a:ext>
            </a:extLst>
          </p:cNvPr>
          <p:cNvSpPr>
            <a:spLocks xmlns:a="http://schemas.openxmlformats.org/drawingml/2006/main" noGrp="1"/>
          </p:cNvSpPr>
          <p:nvPr/>
        </p:nvSpPr>
        <p:spPr>
          <a:xfrm xmlns:a="http://schemas.openxmlformats.org/drawingml/2006/main">
            <a:off x="1095375" y="25336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đăng ký hợp lệ, chỉ tạo vai trò Customer; tên đăng nhập phải duy nhất.</a:t>
            </a:r>
          </a:p>
        </p:txBody>
      </p:sp>
      <p:sp>
        <p:nvSpPr>
          <p:cNvPr id="7" name="">
            <a:extLst xmlns:a="http://schemas.openxmlformats.org/drawingml/2006/main">
              <a:ext uri="{FF2B5EF4-FFF2-40B4-BE49-F238E27FC236}">
                <a16:creationId xmlns:a16="http://schemas.microsoft.com/office/drawing/2014/main" id="{8388C222-8D73-4057-AD12-FE1C06C8025C}"/>
              </a:ext>
            </a:extLst>
          </p:cNvPr>
          <p:cNvSpPr>
            <a:spLocks xmlns:a="http://schemas.openxmlformats.org/drawingml/2006/main" noGrp="1"/>
          </p:cNvSpPr>
          <p:nvPr/>
        </p:nvSpPr>
        <p:spPr>
          <a:xfrm xmlns:a="http://schemas.openxmlformats.org/drawingml/2006/main">
            <a:off x="714375" y="3124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Customer hoặc Admin, tôi muốn đăng nhập hệ thống để sử dụng các chức năng đúng với vai trò của mình.</a:t>
            </a:r>
          </a:p>
        </p:txBody>
      </p:sp>
      <p:sp>
        <p:nvSpPr>
          <p:cNvPr id="8" name="">
            <a:extLst xmlns:a="http://schemas.openxmlformats.org/drawingml/2006/main">
              <a:ext uri="{FF2B5EF4-FFF2-40B4-BE49-F238E27FC236}">
                <a16:creationId xmlns:a16="http://schemas.microsoft.com/office/drawing/2014/main" id="{168443E7-5C8F-4E96-8E3B-4FE0EDE04707}"/>
              </a:ext>
            </a:extLst>
          </p:cNvPr>
          <p:cNvSpPr>
            <a:spLocks xmlns:a="http://schemas.openxmlformats.org/drawingml/2006/main" noGrp="1"/>
          </p:cNvSpPr>
          <p:nvPr/>
        </p:nvSpPr>
        <p:spPr>
          <a:xfrm xmlns:a="http://schemas.openxmlformats.org/drawingml/2006/main">
            <a:off x="1095375" y="37147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đăng nhập hợp lệ, Customer vào Web mua hàng, Admin vào Desktop quản trị.</a:t>
            </a:r>
          </a:p>
        </p:txBody>
      </p:sp>
      <p:sp>
        <p:nvSpPr>
          <p:cNvPr id="9" name="">
            <a:extLst xmlns:a="http://schemas.openxmlformats.org/drawingml/2006/main">
              <a:ext uri="{FF2B5EF4-FFF2-40B4-BE49-F238E27FC236}">
                <a16:creationId xmlns:a16="http://schemas.microsoft.com/office/drawing/2014/main" id="{338F1BB4-170D-43B8-9B06-ECF08758E6BE}"/>
              </a:ext>
            </a:extLst>
          </p:cNvPr>
          <p:cNvSpPr>
            <a:spLocks xmlns:a="http://schemas.openxmlformats.org/drawingml/2006/main" noGrp="1"/>
          </p:cNvSpPr>
          <p:nvPr/>
        </p:nvSpPr>
        <p:spPr>
          <a:xfrm xmlns:a="http://schemas.openxmlformats.org/drawingml/2006/main">
            <a:off x="714375" y="43053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Customer hoặc Admin đã đăng nhập, tôi muốn đổi mật khẩu của mình để chủ động bảo vệ tài khoản.</a:t>
            </a:r>
          </a:p>
        </p:txBody>
      </p:sp>
      <p:sp>
        <p:nvSpPr>
          <p:cNvPr id="10" name="">
            <a:extLst xmlns:a="http://schemas.openxmlformats.org/drawingml/2006/main">
              <a:ext uri="{FF2B5EF4-FFF2-40B4-BE49-F238E27FC236}">
                <a16:creationId xmlns:a16="http://schemas.microsoft.com/office/drawing/2014/main" id="{725FAC44-5C8F-4C56-A6E6-CEF32F90A69A}"/>
              </a:ext>
            </a:extLst>
          </p:cNvPr>
          <p:cNvSpPr>
            <a:spLocks xmlns:a="http://schemas.openxmlformats.org/drawingml/2006/main" noGrp="1"/>
          </p:cNvSpPr>
          <p:nvPr/>
        </p:nvSpPr>
        <p:spPr>
          <a:xfrm xmlns:a="http://schemas.openxmlformats.org/drawingml/2006/main">
            <a:off x="1095375" y="48958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mật khẩu cũ sai hoặc xác nhận mới không khớp, mật khẩu đang dùng không đổi.</a:t>
            </a:r>
          </a:p>
        </p:txBody>
      </p:sp>
      <p:sp>
        <p:nvSpPr>
          <p:cNvPr id="11" name="">
            <a:extLst xmlns:a="http://schemas.openxmlformats.org/drawingml/2006/main">
              <a:ext uri="{FF2B5EF4-FFF2-40B4-BE49-F238E27FC236}">
                <a16:creationId xmlns:a16="http://schemas.microsoft.com/office/drawing/2014/main" id="{4DE477DF-DC26-4183-8ABC-EBFA6A3C99EA}"/>
              </a:ext>
            </a:extLst>
          </p:cNvPr>
          <p:cNvSpPr>
            <a:spLocks xmlns:a="http://schemas.openxmlformats.org/drawingml/2006/main" noGrp="1"/>
          </p:cNvSpPr>
          <p:nvPr/>
        </p:nvSpPr>
        <p:spPr>
          <a:xfrm xmlns:a="http://schemas.openxmlformats.org/drawingml/2006/main">
            <a:off x="714375" y="54864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quản lý tài khoản và vai trò người dùng để phân công quyền sử dụng hệ thống.</a:t>
            </a:r>
          </a:p>
        </p:txBody>
      </p:sp>
      <p:sp>
        <p:nvSpPr>
          <p:cNvPr id="12" name="">
            <a:extLst xmlns:a="http://schemas.openxmlformats.org/drawingml/2006/main">
              <a:ext uri="{FF2B5EF4-FFF2-40B4-BE49-F238E27FC236}">
                <a16:creationId xmlns:a16="http://schemas.microsoft.com/office/drawing/2014/main" id="{993482C6-8738-4E8A-A4BF-CEF400BDCC49}"/>
              </a:ext>
            </a:extLst>
          </p:cNvPr>
          <p:cNvSpPr>
            <a:spLocks xmlns:a="http://schemas.openxmlformats.org/drawingml/2006/main" noGrp="1"/>
          </p:cNvSpPr>
          <p:nvPr/>
        </p:nvSpPr>
        <p:spPr>
          <a:xfrm xmlns:a="http://schemas.openxmlformats.org/drawingml/2006/main">
            <a:off x="1095375" y="60769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quản lý quyền, không lộ mật khẩu; bảo vệ Admin đang dùng và Admin cuối.</a:t>
            </a:r>
          </a:p>
        </p:txBody>
      </p:sp>
      <p:sp>
        <p:nvSpPr>
          <p:cNvPr id="13" name="">
            <a:extLst xmlns:a="http://schemas.openxmlformats.org/drawingml/2006/main">
              <a:ext uri="{FF2B5EF4-FFF2-40B4-BE49-F238E27FC236}">
                <a16:creationId xmlns:a16="http://schemas.microsoft.com/office/drawing/2014/main" id="{E7CD089E-3BD6-46B4-91C5-EF8AB185D209}"/>
              </a:ext>
            </a:extLst>
          </p:cNvPr>
          <p:cNvSpPr>
            <a:spLocks xmlns:a="http://schemas.openxmlformats.org/drawingml/2006/main" noGrp="1"/>
          </p:cNvSpPr>
          <p:nvPr/>
        </p:nvSpPr>
        <p:spPr>
          <a:xfrm xmlns:a="http://schemas.openxmlformats.org/drawingml/2006/main">
            <a:off x="714375" y="66675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Customer, tôi muốn giữ riêng thông tin tài khoản và đơn của mình để tránh truy cập hoặc thay đổi trái phép.</a:t>
            </a:r>
          </a:p>
        </p:txBody>
      </p:sp>
      <p:sp>
        <p:nvSpPr>
          <p:cNvPr id="14" name="">
            <a:extLst xmlns:a="http://schemas.openxmlformats.org/drawingml/2006/main">
              <a:ext uri="{FF2B5EF4-FFF2-40B4-BE49-F238E27FC236}">
                <a16:creationId xmlns:a16="http://schemas.microsoft.com/office/drawing/2014/main" id="{C090D598-4CE6-4DFD-B1AA-0994A67793E0}"/>
              </a:ext>
            </a:extLst>
          </p:cNvPr>
          <p:cNvSpPr>
            <a:spLocks xmlns:a="http://schemas.openxmlformats.org/drawingml/2006/main" noGrp="1"/>
          </p:cNvSpPr>
          <p:nvPr/>
        </p:nvSpPr>
        <p:spPr>
          <a:xfrm xmlns:a="http://schemas.openxmlformats.org/drawingml/2006/main">
            <a:off x="1095375" y="72580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yêu cầu đơn người khác hoặc chức năng Admin, hệ thống từ chối truy cập.</a:t>
            </a:r>
          </a:p>
        </p:txBody>
      </p:sp>
    </p:spTree>
    <p:extLst>
      <p:ext uri="{BB962C8B-B14F-4D97-AF65-F5344CB8AC3E}">
        <p14:creationId xmlns:p14="http://schemas.microsoft.com/office/powerpoint/2010/main" val="11368139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C672CA-1AA6-4C64-BC84-088B6626DD4D}"/>
              </a:ext>
            </a:extLst>
          </p:cNvPr>
          <p:cNvSpPr>
            <a:spLocks xmlns:a="http://schemas.openxmlformats.org/drawingml/2006/main" noGrp="1"/>
          </p:cNvSpPr>
          <p:nvPr/>
        </p:nvSpPr>
        <p:spPr>
          <a:xfrm xmlns:a="http://schemas.openxmlformats.org/drawingml/2006/main">
            <a:off x="523875" y="3619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150" b="0">
                <a:solidFill>
                  <a:srgbClr val="183BDB"/>
                </a:solidFill>
                <a:latin typeface="Arial"/>
                <a:ea typeface="Arial"/>
                <a:cs typeface="Arial"/>
              </a:defRPr>
            </a:defPPr>
            <a:lvl1pPr algn="ctr">
              <a:defRPr sz="3150" b="0">
                <a:solidFill>
                  <a:srgbClr val="183BDB"/>
                </a:solidFill>
                <a:latin typeface="Arial"/>
                <a:ea typeface="Arial"/>
                <a:cs typeface="Arial"/>
              </a:defRPr>
            </a:lvl1pPr>
            <a:lvl2pPr algn="ctr">
              <a:defRPr sz="3150" b="0">
                <a:solidFill>
                  <a:srgbClr val="183BDB"/>
                </a:solidFill>
                <a:latin typeface="Arial"/>
                <a:ea typeface="Arial"/>
                <a:cs typeface="Arial"/>
              </a:defRPr>
            </a:lvl2pPr>
            <a:lvl3pPr algn="ctr">
              <a:defRPr sz="3150" b="0">
                <a:solidFill>
                  <a:srgbClr val="183BDB"/>
                </a:solidFill>
                <a:latin typeface="Arial"/>
                <a:ea typeface="Arial"/>
                <a:cs typeface="Arial"/>
              </a:defRPr>
            </a:lvl3pPr>
            <a:lvl4pPr algn="ctr">
              <a:defRPr sz="3150" b="0">
                <a:solidFill>
                  <a:srgbClr val="183BDB"/>
                </a:solidFill>
                <a:latin typeface="Arial"/>
                <a:ea typeface="Arial"/>
                <a:cs typeface="Arial"/>
              </a:defRPr>
            </a:lvl4pPr>
            <a:lvl5pPr algn="ctr">
              <a:defRPr sz="3150" b="0">
                <a:solidFill>
                  <a:srgbClr val="183BDB"/>
                </a:solidFill>
                <a:latin typeface="Arial"/>
                <a:ea typeface="Arial"/>
                <a:cs typeface="Arial"/>
              </a:defRPr>
            </a:lvl5pPr>
            <a:lvl6pPr algn="ctr">
              <a:defRPr sz="3150" b="0">
                <a:solidFill>
                  <a:srgbClr val="183BDB"/>
                </a:solidFill>
                <a:latin typeface="Arial"/>
                <a:ea typeface="Arial"/>
                <a:cs typeface="Arial"/>
              </a:defRPr>
            </a:lvl6pPr>
            <a:lvl7pPr algn="ctr">
              <a:defRPr sz="3150" b="0">
                <a:solidFill>
                  <a:srgbClr val="183BDB"/>
                </a:solidFill>
                <a:latin typeface="Arial"/>
                <a:ea typeface="Arial"/>
                <a:cs typeface="Arial"/>
              </a:defRPr>
            </a:lvl7pPr>
            <a:lvl8pPr algn="ctr">
              <a:defRPr sz="3150" b="0">
                <a:solidFill>
                  <a:srgbClr val="183BDB"/>
                </a:solidFill>
                <a:latin typeface="Arial"/>
                <a:ea typeface="Arial"/>
                <a:cs typeface="Arial"/>
              </a:defRPr>
            </a:lvl8pPr>
            <a:lvl9pPr algn="ctr">
              <a:defRPr sz="3150" b="0">
                <a:solidFill>
                  <a:srgbClr val="183BDB"/>
                </a:solidFill>
                <a:latin typeface="Arial"/>
                <a:ea typeface="Arial"/>
                <a:cs typeface="Arial"/>
              </a:defRPr>
            </a:lvl9pPr>
          </a:lstStyle>
          <a:p xmlns:a="http://schemas.openxmlformats.org/drawingml/2006/main">
            <a:pPr algn="ctr">
              <a:defRPr sz="3150" b="0">
                <a:solidFill>
                  <a:srgbClr val="183BDB"/>
                </a:solidFill>
                <a:latin typeface="Arial"/>
                <a:ea typeface="Arial"/>
                <a:cs typeface="Arial"/>
              </a:defRPr>
            </a:pPr>
            <a:r>
              <a:rPr sz="3150" b="0">
                <a:solidFill>
                  <a:srgbClr val="183BDB"/>
                </a:solidFill>
                <a:latin typeface="Arial"/>
                <a:ea typeface="Arial"/>
                <a:cs typeface="Arial"/>
              </a:rPr>
              <a:t>User Story</a:t>
            </a:r>
          </a:p>
        </p:txBody>
      </p:sp>
      <p:sp>
        <p:nvSpPr>
          <p:cNvPr id="2" name="">
            <a:extLst xmlns:a="http://schemas.openxmlformats.org/drawingml/2006/main">
              <a:ext uri="{FF2B5EF4-FFF2-40B4-BE49-F238E27FC236}">
                <a16:creationId xmlns:a16="http://schemas.microsoft.com/office/drawing/2014/main" id="{77436A5F-9E00-416E-A5B9-215999DE9F6A}"/>
              </a:ext>
            </a:extLst>
          </p:cNvPr>
          <p:cNvSpPr>
            <a:spLocks xmlns:a="http://schemas.openxmlformats.org/drawingml/2006/main" noGrp="1"/>
          </p:cNvSpPr>
          <p:nvPr/>
        </p:nvSpPr>
        <p:spPr>
          <a:xfrm xmlns:a="http://schemas.openxmlformats.org/drawingml/2006/main">
            <a:off x="619125" y="1209675"/>
            <a:ext cx="10953750" cy="0"/>
          </a:xfrm>
          <a:prstGeom xmlns:a="http://schemas.openxmlformats.org/drawingml/2006/main" prst="line">
            <a:avLst/>
          </a:prstGeom>
          <a:ln xmlns:a="http://schemas.openxmlformats.org/drawingml/2006/main" w="19050">
            <a:solidFill>
              <a:srgbClr val="333333"/>
            </a:solidFill>
          </a:ln>
        </p:spPr>
      </p:sp>
      <p:sp>
        <p:nvSpPr>
          <p:cNvPr id="3" name="">
            <a:extLst xmlns:a="http://schemas.openxmlformats.org/drawingml/2006/main">
              <a:ext uri="{FF2B5EF4-FFF2-40B4-BE49-F238E27FC236}">
                <a16:creationId xmlns:a16="http://schemas.microsoft.com/office/drawing/2014/main" id="{0021D366-5874-40F6-B388-37FF85C4E324}"/>
              </a:ext>
            </a:extLst>
          </p:cNvPr>
          <p:cNvSpPr>
            <a:spLocks xmlns:a="http://schemas.openxmlformats.org/drawingml/2006/main" noGrp="1"/>
          </p:cNvSpPr>
          <p:nvPr/>
        </p:nvSpPr>
        <p:spPr>
          <a:xfrm xmlns:a="http://schemas.openxmlformats.org/drawingml/2006/main">
            <a:off x="11239500" y="8724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035F2B3-7136-49A1-A9E8-45B71D386A28}"/>
              </a:ext>
            </a:extLst>
          </p:cNvPr>
          <p:cNvSpPr>
            <a:spLocks xmlns:a="http://schemas.openxmlformats.org/drawingml/2006/main" noGrp="1"/>
          </p:cNvSpPr>
          <p:nvPr/>
        </p:nvSpPr>
        <p:spPr>
          <a:xfrm xmlns:a="http://schemas.openxmlformats.org/drawingml/2006/main">
            <a:off x="714375" y="15621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3A4B"/>
                </a:solidFill>
                <a:latin typeface="Arial"/>
                <a:ea typeface="Arial"/>
                <a:cs typeface="Arial"/>
              </a:defRPr>
            </a:defPPr>
            <a:lvl1pPr algn="l">
              <a:defRPr sz="2175" b="1">
                <a:solidFill>
                  <a:srgbClr val="263A4B"/>
                </a:solidFill>
                <a:latin typeface="Arial"/>
                <a:ea typeface="Arial"/>
                <a:cs typeface="Arial"/>
              </a:defRPr>
            </a:lvl1pPr>
            <a:lvl2pPr algn="l">
              <a:defRPr sz="2175" b="1">
                <a:solidFill>
                  <a:srgbClr val="263A4B"/>
                </a:solidFill>
                <a:latin typeface="Arial"/>
                <a:ea typeface="Arial"/>
                <a:cs typeface="Arial"/>
              </a:defRPr>
            </a:lvl2pPr>
            <a:lvl3pPr algn="l">
              <a:defRPr sz="2175" b="1">
                <a:solidFill>
                  <a:srgbClr val="263A4B"/>
                </a:solidFill>
                <a:latin typeface="Arial"/>
                <a:ea typeface="Arial"/>
                <a:cs typeface="Arial"/>
              </a:defRPr>
            </a:lvl3pPr>
            <a:lvl4pPr algn="l">
              <a:defRPr sz="2175" b="1">
                <a:solidFill>
                  <a:srgbClr val="263A4B"/>
                </a:solidFill>
                <a:latin typeface="Arial"/>
                <a:ea typeface="Arial"/>
                <a:cs typeface="Arial"/>
              </a:defRPr>
            </a:lvl4pPr>
            <a:lvl5pPr algn="l">
              <a:defRPr sz="2175" b="1">
                <a:solidFill>
                  <a:srgbClr val="263A4B"/>
                </a:solidFill>
                <a:latin typeface="Arial"/>
                <a:ea typeface="Arial"/>
                <a:cs typeface="Arial"/>
              </a:defRPr>
            </a:lvl5pPr>
            <a:lvl6pPr algn="l">
              <a:defRPr sz="2175" b="1">
                <a:solidFill>
                  <a:srgbClr val="263A4B"/>
                </a:solidFill>
                <a:latin typeface="Arial"/>
                <a:ea typeface="Arial"/>
                <a:cs typeface="Arial"/>
              </a:defRPr>
            </a:lvl6pPr>
            <a:lvl7pPr algn="l">
              <a:defRPr sz="2175" b="1">
                <a:solidFill>
                  <a:srgbClr val="263A4B"/>
                </a:solidFill>
                <a:latin typeface="Arial"/>
                <a:ea typeface="Arial"/>
                <a:cs typeface="Arial"/>
              </a:defRPr>
            </a:lvl7pPr>
            <a:lvl8pPr algn="l">
              <a:defRPr sz="2175" b="1">
                <a:solidFill>
                  <a:srgbClr val="263A4B"/>
                </a:solidFill>
                <a:latin typeface="Arial"/>
                <a:ea typeface="Arial"/>
                <a:cs typeface="Arial"/>
              </a:defRPr>
            </a:lvl8pPr>
            <a:lvl9pPr algn="l">
              <a:defRPr sz="2175" b="1">
                <a:solidFill>
                  <a:srgbClr val="263A4B"/>
                </a:solidFill>
                <a:latin typeface="Arial"/>
                <a:ea typeface="Arial"/>
                <a:cs typeface="Arial"/>
              </a:defRPr>
            </a:lvl9pPr>
          </a:lstStyle>
          <a:p xmlns:a="http://schemas.openxmlformats.org/drawingml/2006/main">
            <a:pPr algn="l">
              <a:defRPr sz="2175" b="1">
                <a:solidFill>
                  <a:srgbClr val="263A4B"/>
                </a:solidFill>
                <a:latin typeface="Arial"/>
                <a:ea typeface="Arial"/>
                <a:cs typeface="Arial"/>
              </a:defRPr>
            </a:pPr>
            <a:r>
              <a:rPr sz="2175" b="1">
                <a:solidFill>
                  <a:srgbClr val="263A4B"/>
                </a:solidFill>
                <a:latin typeface="Arial"/>
                <a:ea typeface="Arial"/>
                <a:cs typeface="Arial"/>
              </a:rPr>
              <a:t>Reporting and Help</a:t>
            </a:r>
          </a:p>
        </p:txBody>
      </p:sp>
      <p:sp>
        <p:nvSpPr>
          <p:cNvPr id="5" name="">
            <a:extLst xmlns:a="http://schemas.openxmlformats.org/drawingml/2006/main">
              <a:ext uri="{FF2B5EF4-FFF2-40B4-BE49-F238E27FC236}">
                <a16:creationId xmlns:a16="http://schemas.microsoft.com/office/drawing/2014/main" id="{E74A055E-5E99-4585-B1DD-EF35F8B98C97}"/>
              </a:ext>
            </a:extLst>
          </p:cNvPr>
          <p:cNvSpPr>
            <a:spLocks xmlns:a="http://schemas.openxmlformats.org/drawingml/2006/main" noGrp="1"/>
          </p:cNvSpPr>
          <p:nvPr/>
        </p:nvSpPr>
        <p:spPr>
          <a:xfrm xmlns:a="http://schemas.openxmlformats.org/drawingml/2006/main">
            <a:off x="714375" y="1943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xem doanh thu theo kỳ để đánh giá kết quả bán hàng đã hoàn tất.</a:t>
            </a:r>
          </a:p>
        </p:txBody>
      </p:sp>
      <p:sp>
        <p:nvSpPr>
          <p:cNvPr id="6" name="">
            <a:extLst xmlns:a="http://schemas.openxmlformats.org/drawingml/2006/main">
              <a:ext uri="{FF2B5EF4-FFF2-40B4-BE49-F238E27FC236}">
                <a16:creationId xmlns:a16="http://schemas.microsoft.com/office/drawing/2014/main" id="{B929959C-B047-4E9B-A4A8-3C8E31E1867C}"/>
              </a:ext>
            </a:extLst>
          </p:cNvPr>
          <p:cNvSpPr>
            <a:spLocks xmlns:a="http://schemas.openxmlformats.org/drawingml/2006/main" noGrp="1"/>
          </p:cNvSpPr>
          <p:nvPr/>
        </p:nvSpPr>
        <p:spPr>
          <a:xfrm xmlns:a="http://schemas.openxmlformats.org/drawingml/2006/main">
            <a:off x="1095375" y="25336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tính doanh thu, chỉ cộng đơn Hoàn thành theo ngày hoàn thành (đề xuất).</a:t>
            </a:r>
          </a:p>
        </p:txBody>
      </p:sp>
      <p:sp>
        <p:nvSpPr>
          <p:cNvPr id="7" name="">
            <a:extLst xmlns:a="http://schemas.openxmlformats.org/drawingml/2006/main">
              <a:ext uri="{FF2B5EF4-FFF2-40B4-BE49-F238E27FC236}">
                <a16:creationId xmlns:a16="http://schemas.microsoft.com/office/drawing/2014/main" id="{83E91615-36B8-4AB0-84CE-0C6A840C2AC2}"/>
              </a:ext>
            </a:extLst>
          </p:cNvPr>
          <p:cNvSpPr>
            <a:spLocks xmlns:a="http://schemas.openxmlformats.org/drawingml/2006/main" noGrp="1"/>
          </p:cNvSpPr>
          <p:nvPr/>
        </p:nvSpPr>
        <p:spPr>
          <a:xfrm xmlns:a="http://schemas.openxmlformats.org/drawingml/2006/main">
            <a:off x="714375" y="36957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Admin, tôi muốn xem số đơn và sản phẩm sắp hết để ưu tiên xử lý đơn và bổ sung hàng.</a:t>
            </a:r>
          </a:p>
        </p:txBody>
      </p:sp>
      <p:sp>
        <p:nvSpPr>
          <p:cNvPr id="8" name="">
            <a:extLst xmlns:a="http://schemas.openxmlformats.org/drawingml/2006/main">
              <a:ext uri="{FF2B5EF4-FFF2-40B4-BE49-F238E27FC236}">
                <a16:creationId xmlns:a16="http://schemas.microsoft.com/office/drawing/2014/main" id="{B1D029AA-D09D-4523-87CC-CD91AD165F53}"/>
              </a:ext>
            </a:extLst>
          </p:cNvPr>
          <p:cNvSpPr>
            <a:spLocks xmlns:a="http://schemas.openxmlformats.org/drawingml/2006/main" noGrp="1"/>
          </p:cNvSpPr>
          <p:nvPr/>
        </p:nvSpPr>
        <p:spPr>
          <a:xfrm xmlns:a="http://schemas.openxmlformats.org/drawingml/2006/main">
            <a:off x="1095375" y="42862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đổi kỳ hoặc ngưỡng tồn thấp, số liệu cập nhật theo điều kiện đã chọn.</a:t>
            </a:r>
          </a:p>
        </p:txBody>
      </p:sp>
      <p:sp>
        <p:nvSpPr>
          <p:cNvPr id="9" name="">
            <a:extLst xmlns:a="http://schemas.openxmlformats.org/drawingml/2006/main">
              <a:ext uri="{FF2B5EF4-FFF2-40B4-BE49-F238E27FC236}">
                <a16:creationId xmlns:a16="http://schemas.microsoft.com/office/drawing/2014/main" id="{FAB3C975-B0CF-4547-98D0-F95D4D5AC5B9}"/>
              </a:ext>
            </a:extLst>
          </p:cNvPr>
          <p:cNvSpPr>
            <a:spLocks xmlns:a="http://schemas.openxmlformats.org/drawingml/2006/main" noGrp="1"/>
          </p:cNvSpPr>
          <p:nvPr/>
        </p:nvSpPr>
        <p:spPr>
          <a:xfrm xmlns:a="http://schemas.openxmlformats.org/drawingml/2006/main">
            <a:off x="714375" y="54483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0">
                <a:solidFill>
                  <a:srgbClr val="263A4B"/>
                </a:solidFill>
                <a:latin typeface="Arial"/>
                <a:ea typeface="Arial"/>
                <a:cs typeface="Arial"/>
              </a:defRPr>
            </a:defPPr>
            <a:lvl1pPr algn="l">
              <a:defRPr sz="1875" b="0">
                <a:solidFill>
                  <a:srgbClr val="263A4B"/>
                </a:solidFill>
                <a:latin typeface="Arial"/>
                <a:ea typeface="Arial"/>
                <a:cs typeface="Arial"/>
              </a:defRPr>
            </a:lvl1pPr>
            <a:lvl2pPr algn="l">
              <a:defRPr sz="1875" b="0">
                <a:solidFill>
                  <a:srgbClr val="263A4B"/>
                </a:solidFill>
                <a:latin typeface="Arial"/>
                <a:ea typeface="Arial"/>
                <a:cs typeface="Arial"/>
              </a:defRPr>
            </a:lvl2pPr>
            <a:lvl3pPr algn="l">
              <a:defRPr sz="1875" b="0">
                <a:solidFill>
                  <a:srgbClr val="263A4B"/>
                </a:solidFill>
                <a:latin typeface="Arial"/>
                <a:ea typeface="Arial"/>
                <a:cs typeface="Arial"/>
              </a:defRPr>
            </a:lvl3pPr>
            <a:lvl4pPr algn="l">
              <a:defRPr sz="1875" b="0">
                <a:solidFill>
                  <a:srgbClr val="263A4B"/>
                </a:solidFill>
                <a:latin typeface="Arial"/>
                <a:ea typeface="Arial"/>
                <a:cs typeface="Arial"/>
              </a:defRPr>
            </a:lvl4pPr>
            <a:lvl5pPr algn="l">
              <a:defRPr sz="1875" b="0">
                <a:solidFill>
                  <a:srgbClr val="263A4B"/>
                </a:solidFill>
                <a:latin typeface="Arial"/>
                <a:ea typeface="Arial"/>
                <a:cs typeface="Arial"/>
              </a:defRPr>
            </a:lvl5pPr>
            <a:lvl6pPr algn="l">
              <a:defRPr sz="1875" b="0">
                <a:solidFill>
                  <a:srgbClr val="263A4B"/>
                </a:solidFill>
                <a:latin typeface="Arial"/>
                <a:ea typeface="Arial"/>
                <a:cs typeface="Arial"/>
              </a:defRPr>
            </a:lvl6pPr>
            <a:lvl7pPr algn="l">
              <a:defRPr sz="1875" b="0">
                <a:solidFill>
                  <a:srgbClr val="263A4B"/>
                </a:solidFill>
                <a:latin typeface="Arial"/>
                <a:ea typeface="Arial"/>
                <a:cs typeface="Arial"/>
              </a:defRPr>
            </a:lvl7pPr>
            <a:lvl8pPr algn="l">
              <a:defRPr sz="1875" b="0">
                <a:solidFill>
                  <a:srgbClr val="263A4B"/>
                </a:solidFill>
                <a:latin typeface="Arial"/>
                <a:ea typeface="Arial"/>
                <a:cs typeface="Arial"/>
              </a:defRPr>
            </a:lvl8pPr>
            <a:lvl9pPr algn="l">
              <a:defRPr sz="1875" b="0">
                <a:solidFill>
                  <a:srgbClr val="263A4B"/>
                </a:solidFill>
                <a:latin typeface="Arial"/>
                <a:ea typeface="Arial"/>
                <a:cs typeface="Arial"/>
              </a:defRPr>
            </a:lvl9pPr>
          </a:lstStyle>
          <a:p xmlns:a="http://schemas.openxmlformats.org/drawingml/2006/main">
            <a:pPr marL="241300" indent="-127000" algn="l">
              <a:spcAft>
                <a:spcPts val="0"/>
              </a:spcAft>
              <a:buChar char="•"/>
              <a:defRPr sz="1875" b="0">
                <a:solidFill>
                  <a:srgbClr val="263A4B"/>
                </a:solidFill>
                <a:latin typeface="Arial"/>
                <a:ea typeface="Arial"/>
                <a:cs typeface="Arial"/>
              </a:defRPr>
            </a:pPr>
            <a:r>
              <a:rPr sz="1875">
                <a:solidFill>
                  <a:srgbClr val="263A4B"/>
                </a:solidFill>
                <a:latin typeface="Arial"/>
                <a:ea typeface="Arial"/>
                <a:cs typeface="Arial"/>
              </a:rPr>
              <a:t>Là Guest hoặc Customer, tôi muốn đọc hướng dẫn sử dụng để biết cách mua hàng và điều kiện hủy đơn.</a:t>
            </a:r>
          </a:p>
        </p:txBody>
      </p:sp>
      <p:sp>
        <p:nvSpPr>
          <p:cNvPr id="10" name="">
            <a:extLst xmlns:a="http://schemas.openxmlformats.org/drawingml/2006/main">
              <a:ext uri="{FF2B5EF4-FFF2-40B4-BE49-F238E27FC236}">
                <a16:creationId xmlns:a16="http://schemas.microsoft.com/office/drawing/2014/main" id="{29FF1C95-BAF8-4860-BEB5-99DF56315B27}"/>
              </a:ext>
            </a:extLst>
          </p:cNvPr>
          <p:cNvSpPr>
            <a:spLocks xmlns:a="http://schemas.openxmlformats.org/drawingml/2006/main" noGrp="1"/>
          </p:cNvSpPr>
          <p:nvPr/>
        </p:nvSpPr>
        <p:spPr>
          <a:xfrm xmlns:a="http://schemas.openxmlformats.org/drawingml/2006/main">
            <a:off x="1095375" y="60388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0">
                <a:solidFill>
                  <a:srgbClr val="263A4B"/>
                </a:solidFill>
                <a:latin typeface="Arial"/>
                <a:ea typeface="Arial"/>
                <a:cs typeface="Arial"/>
              </a:defRPr>
            </a:defPPr>
            <a:lvl1pPr algn="l">
              <a:defRPr sz="1650" b="0">
                <a:solidFill>
                  <a:srgbClr val="263A4B"/>
                </a:solidFill>
                <a:latin typeface="Arial"/>
                <a:ea typeface="Arial"/>
                <a:cs typeface="Arial"/>
              </a:defRPr>
            </a:lvl1pPr>
            <a:lvl2pPr algn="l">
              <a:defRPr sz="1650" b="0">
                <a:solidFill>
                  <a:srgbClr val="263A4B"/>
                </a:solidFill>
                <a:latin typeface="Arial"/>
                <a:ea typeface="Arial"/>
                <a:cs typeface="Arial"/>
              </a:defRPr>
            </a:lvl2pPr>
            <a:lvl3pPr algn="l">
              <a:defRPr sz="1650" b="0">
                <a:solidFill>
                  <a:srgbClr val="263A4B"/>
                </a:solidFill>
                <a:latin typeface="Arial"/>
                <a:ea typeface="Arial"/>
                <a:cs typeface="Arial"/>
              </a:defRPr>
            </a:lvl3pPr>
            <a:lvl4pPr algn="l">
              <a:defRPr sz="1650" b="0">
                <a:solidFill>
                  <a:srgbClr val="263A4B"/>
                </a:solidFill>
                <a:latin typeface="Arial"/>
                <a:ea typeface="Arial"/>
                <a:cs typeface="Arial"/>
              </a:defRPr>
            </a:lvl4pPr>
            <a:lvl5pPr algn="l">
              <a:defRPr sz="1650" b="0">
                <a:solidFill>
                  <a:srgbClr val="263A4B"/>
                </a:solidFill>
                <a:latin typeface="Arial"/>
                <a:ea typeface="Arial"/>
                <a:cs typeface="Arial"/>
              </a:defRPr>
            </a:lvl5pPr>
            <a:lvl6pPr algn="l">
              <a:defRPr sz="1650" b="0">
                <a:solidFill>
                  <a:srgbClr val="263A4B"/>
                </a:solidFill>
                <a:latin typeface="Arial"/>
                <a:ea typeface="Arial"/>
                <a:cs typeface="Arial"/>
              </a:defRPr>
            </a:lvl6pPr>
            <a:lvl7pPr algn="l">
              <a:defRPr sz="1650" b="0">
                <a:solidFill>
                  <a:srgbClr val="263A4B"/>
                </a:solidFill>
                <a:latin typeface="Arial"/>
                <a:ea typeface="Arial"/>
                <a:cs typeface="Arial"/>
              </a:defRPr>
            </a:lvl7pPr>
            <a:lvl8pPr algn="l">
              <a:defRPr sz="1650" b="0">
                <a:solidFill>
                  <a:srgbClr val="263A4B"/>
                </a:solidFill>
                <a:latin typeface="Arial"/>
                <a:ea typeface="Arial"/>
                <a:cs typeface="Arial"/>
              </a:defRPr>
            </a:lvl8pPr>
            <a:lvl9pPr algn="l">
              <a:defRPr sz="1650" b="0">
                <a:solidFill>
                  <a:srgbClr val="263A4B"/>
                </a:solidFill>
                <a:latin typeface="Arial"/>
                <a:ea typeface="Arial"/>
                <a:cs typeface="Arial"/>
              </a:defRPr>
            </a:lvl9pPr>
          </a:lstStyle>
          <a:p xmlns:a="http://schemas.openxmlformats.org/drawingml/2006/main">
            <a:pPr marL="241300" indent="-127000" algn="l">
              <a:spcAft>
                <a:spcPts val="0"/>
              </a:spcAft>
              <a:buChar char="•"/>
              <a:defRPr sz="1650" b="0">
                <a:solidFill>
                  <a:srgbClr val="263A4B"/>
                </a:solidFill>
                <a:latin typeface="Arial"/>
                <a:ea typeface="Arial"/>
                <a:cs typeface="Arial"/>
              </a:defRPr>
            </a:pPr>
            <a:r>
              <a:rPr sz="1650">
                <a:solidFill>
                  <a:srgbClr val="263A4B"/>
                </a:solidFill>
                <a:latin typeface="Arial"/>
                <a:ea typeface="Arial"/>
                <a:cs typeface="Arial"/>
              </a:rPr>
              <a:t>Khi mở trợ giúp, nội dung nêu đúng cách đặt, theo dõi và điều kiện hủy.</a:t>
            </a:r>
          </a:p>
        </p:txBody>
      </p:sp>
    </p:spTree>
    <p:extLst>
      <p:ext uri="{BB962C8B-B14F-4D97-AF65-F5344CB8AC3E}">
        <p14:creationId xmlns:p14="http://schemas.microsoft.com/office/powerpoint/2010/main" val="1216489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2026-10-28T15:51:12.8060000Z</dcterms:created>
  <dcterms:modified xsi:type="dcterms:W3CDTF">2026-10-28T15:51:12.8060000Z</dcterms:modified>
</coreProperties>
</file>